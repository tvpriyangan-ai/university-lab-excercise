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96" r:id="rId4"/>
  </p:sldMasterIdLst>
  <p:notesMasterIdLst>
    <p:notesMasterId r:id="rId17"/>
  </p:notesMasterIdLst>
  <p:handoutMasterIdLst>
    <p:handoutMasterId r:id="rId18"/>
  </p:handoutMasterIdLst>
  <p:sldIdLst>
    <p:sldId id="334" r:id="rId5"/>
    <p:sldId id="316" r:id="rId6"/>
    <p:sldId id="324" r:id="rId7"/>
    <p:sldId id="328" r:id="rId8"/>
    <p:sldId id="349" r:id="rId9"/>
    <p:sldId id="350" r:id="rId10"/>
    <p:sldId id="351" r:id="rId11"/>
    <p:sldId id="352" r:id="rId12"/>
    <p:sldId id="353" r:id="rId13"/>
    <p:sldId id="354" r:id="rId14"/>
    <p:sldId id="355" r:id="rId15"/>
    <p:sldId id="35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2" userDrawn="1">
          <p15:clr>
            <a:srgbClr val="A4A3A4"/>
          </p15:clr>
        </p15:guide>
        <p15:guide id="2" pos="7056" userDrawn="1">
          <p15:clr>
            <a:srgbClr val="A4A3A4"/>
          </p15:clr>
        </p15:guide>
        <p15:guide id="3" orient="horz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4" autoAdjust="0"/>
    <p:restoredTop sz="84967" autoAdjust="0"/>
  </p:normalViewPr>
  <p:slideViewPr>
    <p:cSldViewPr snapToGrid="0">
      <p:cViewPr varScale="1">
        <p:scale>
          <a:sx n="82" d="100"/>
          <a:sy n="82" d="100"/>
        </p:scale>
        <p:origin x="720" y="82"/>
      </p:cViewPr>
      <p:guideLst>
        <p:guide orient="horz" pos="1392"/>
        <p:guide pos="7056"/>
        <p:guide orient="horz" pos="3168"/>
      </p:guideLst>
    </p:cSldViewPr>
  </p:slideViewPr>
  <p:outlineViewPr>
    <p:cViewPr>
      <p:scale>
        <a:sx n="33" d="100"/>
        <a:sy n="33" d="100"/>
      </p:scale>
      <p:origin x="0" y="-1103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0E99E25-5B65-D93A-3010-8B947D67E65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EB28A-33CC-6CF5-1214-F2C3205F679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888634-FBA9-41D6-8B35-EE3A7D816B7C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D63414-6160-FF79-B3F6-CD615625C8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83E93F-BDEC-C5F7-2553-8324882C419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7C78D2-97D1-4B37-BDD1-08A09BD4CA9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1359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A28068-AFBD-4979-B752-9EB6F90B1386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939589-3E79-4C82-AA4A-FE78234FAA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968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7961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7734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7063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933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33641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2ECE-DB89-06F5-2D2A-C3EC53FB2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2274DA-D6A2-16CB-7E41-5486FDBC05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0A1EB4-BCEC-BD06-CFAE-68551E0D7D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3087C5-22A6-CA4E-0145-67067EAE97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72423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DA17E-12D2-063D-2843-35DB4CF7B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CF564E-5CD1-298C-7615-9B972351D8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87649B-BC69-EDC1-B512-873BCA82A3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C0F8E9-7682-D434-40B3-299A25BDC4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14271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DA2F3-6810-A524-62EA-5B2F74649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D30C29-6DEE-B8A9-7768-BEEEEFD131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7819DF-86DC-1250-B3F3-4FF80AFBD5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964367-8E44-CBE3-34C0-015E44ECE8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6636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0B8A7-A032-968D-4FB5-1180661A2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FAF021-127F-FEBE-7098-8411E9630A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4DC91C-631E-35E2-BB4E-2BED7E7468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1A9ED0-DD00-1875-7D70-3369D60D92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71967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18239-D9E6-2796-A02D-57BDE29C7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22A411-D455-A961-5840-3D0060849D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7725BB-0A0E-8BEF-CE1E-E790E3579F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A10421-E833-D6DF-351E-B1C645E0E9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77822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08A30-FD65-59F4-734D-7FC9AE76E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CA20EC-3876-26CD-D04A-CC6EA1E2B7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ADD00F-65AA-3093-C591-D870A5B583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D8B007-9943-82DA-1862-8D11B6A1A9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71593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Slid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57809"/>
            <a:ext cx="7983110" cy="3080335"/>
          </a:xfrm>
        </p:spPr>
        <p:txBody>
          <a:bodyPr lIns="0" tIns="0" rIns="0" bIns="0" anchor="b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61510" y="2744546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137906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6544" y="614202"/>
            <a:ext cx="5918072" cy="2276856"/>
          </a:xfrm>
        </p:spPr>
        <p:txBody>
          <a:bodyPr lIns="0" tIns="0" rIns="0" bIns="0" anchor="b"/>
          <a:lstStyle>
            <a:lvl1pPr algn="r">
              <a:lnSpc>
                <a:spcPts val="4000"/>
              </a:lnSpc>
              <a:defRPr sz="40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C738AB3-8054-6E21-C34C-36AF3A31AC4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34120D15-E48C-4FBE-BB95-24DB36D9F45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280160" y="2530058"/>
            <a:ext cx="3707972" cy="3707971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</p:spPr>
        <p:txBody>
          <a:bodyPr wrap="square" tIns="914400" anchor="t">
            <a:noAutofit/>
          </a:bodyPr>
          <a:lstStyle>
            <a:lvl1pPr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FD1B85-4BEF-C1C1-5619-B82E9E44A9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116548" y="3161752"/>
            <a:ext cx="5918068" cy="3144965"/>
          </a:xfrm>
        </p:spPr>
        <p:txBody>
          <a:bodyPr lIns="0" tIns="0" rIns="0" bIns="0">
            <a:normAutofit/>
          </a:bodyPr>
          <a:lstStyle>
            <a:lvl1pPr marL="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1pPr>
            <a:lvl2pPr marL="4572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2pPr>
            <a:lvl3pPr marL="9144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3pPr>
            <a:lvl4pPr marL="13716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4pPr>
            <a:lvl5pPr marL="1828800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AE7F8D-AE68-4A83-BAB5-3A97D473C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Graphic 12">
            <a:extLst>
              <a:ext uri="{FF2B5EF4-FFF2-40B4-BE49-F238E27FC236}">
                <a16:creationId xmlns:a16="http://schemas.microsoft.com/office/drawing/2014/main" id="{EA1B6985-3E5A-40F4-9268-D4AB3BBF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45394" y="276027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Graphic 13">
            <a:extLst>
              <a:ext uri="{FF2B5EF4-FFF2-40B4-BE49-F238E27FC236}">
                <a16:creationId xmlns:a16="http://schemas.microsoft.com/office/drawing/2014/main" id="{338BC906-9D03-4280-85E8-21A81BC21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86614" y="253098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C5C06D53-C9F6-47E8-BFE1-B8193A1AE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52402" y="6031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E9872E9-2F0D-2FEB-0974-F0BBBC5E033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238999" y="6356350"/>
            <a:ext cx="379561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768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386775"/>
            <a:ext cx="8311102" cy="3080335"/>
          </a:xfrm>
        </p:spPr>
        <p:txBody>
          <a:bodyPr lIns="0" tIns="274320" rIns="0" bIns="0" anchor="t" anchorCtr="0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9670435">
            <a:off x="7632743" y="794953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01D87F51-D69B-9038-0566-4FDC355AB6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97587" y="411831"/>
            <a:ext cx="3521337" cy="3521344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951239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640080"/>
            <a:ext cx="10302240" cy="1852046"/>
          </a:xfrm>
        </p:spPr>
        <p:txBody>
          <a:bodyPr lIns="0" tIns="0" rIns="0" bIns="0" anchor="b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588447"/>
            <a:ext cx="7853678" cy="726645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7659974" y="4456458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5DDB7824-50BA-B12F-AD49-CA8953CA3A0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36252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52645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640080"/>
            <a:ext cx="7498080" cy="1280160"/>
          </a:xfrm>
        </p:spPr>
        <p:txBody>
          <a:bodyPr lIns="0" tIns="0" rIns="0" bIns="0" anchor="b" anchorCtr="0"/>
          <a:lstStyle>
            <a:lvl1pPr>
              <a:defRPr sz="4000" b="1" cap="all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2376"/>
            <a:ext cx="520991" cy="517379"/>
          </a:xfrm>
        </p:spPr>
        <p:txBody>
          <a:bodyPr anchor="t" anchorCtr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62FC6D8-DD87-4B93-8491-43C84EE63F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317615" y="895646"/>
            <a:ext cx="1956925" cy="1956928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" anchor="t" anchorCtr="0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14800" y="2194560"/>
            <a:ext cx="7498080" cy="402336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>
              <a:defRPr sz="1600"/>
            </a:lvl2pPr>
            <a:lvl3pPr marL="457200">
              <a:defRPr sz="1400"/>
            </a:lvl3pPr>
            <a:lvl4pPr marL="685800">
              <a:defRPr sz="1200"/>
            </a:lvl4pPr>
            <a:lvl5pPr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58B5E78-A531-681D-1312-F21B52D06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70685" y="620661"/>
            <a:ext cx="403448" cy="381782"/>
            <a:chOff x="10969280" y="1780012"/>
            <a:chExt cx="403448" cy="381782"/>
          </a:xfrm>
        </p:grpSpPr>
        <p:sp>
          <p:nvSpPr>
            <p:cNvPr id="17" name="Graphic 10">
              <a:extLst>
                <a:ext uri="{FF2B5EF4-FFF2-40B4-BE49-F238E27FC236}">
                  <a16:creationId xmlns:a16="http://schemas.microsoft.com/office/drawing/2014/main" id="{AAD06B87-D9B2-4F94-B734-A8F039A203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81590" y="2070656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Graphic 11">
              <a:extLst>
                <a:ext uri="{FF2B5EF4-FFF2-40B4-BE49-F238E27FC236}">
                  <a16:creationId xmlns:a16="http://schemas.microsoft.com/office/drawing/2014/main" id="{BB13A13C-36EA-4B13-9175-C5FE95B34D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69280" y="1780012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5189CAD3-7011-6481-11F8-05B5CB106F0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B7CB27F-7A56-A747-A4D6-5627C2463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7111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+ Subtitle slid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3383280"/>
            <a:ext cx="10302240" cy="1852046"/>
          </a:xfrm>
        </p:spPr>
        <p:txBody>
          <a:bodyPr lIns="0" tIns="274320" rIns="0" bIns="0" anchor="t" anchorCtr="0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966886"/>
            <a:ext cx="10302237" cy="397191"/>
          </a:xfrm>
        </p:spPr>
        <p:txBody>
          <a:bodyPr lIns="0" tIns="0" rIns="0" bIns="0" anchor="b" anchorCtr="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97692" y="620298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7912362-D30D-7B0B-BA94-0993B1EBC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2775857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7644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85800"/>
            <a:ext cx="9137012" cy="1280160"/>
          </a:xfrm>
        </p:spPr>
        <p:txBody>
          <a:bodyPr lIns="0" tIns="0" rIns="0" bIns="0"/>
          <a:lstStyle>
            <a:lvl1pPr>
              <a:defRPr sz="4000" b="1" cap="all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F91A5DB-A2CA-1D70-9A06-3869A288C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2327440"/>
            <a:ext cx="4846320" cy="4040574"/>
          </a:xfrm>
        </p:spPr>
        <p:txBody>
          <a:bodyPr lIns="0" tIns="0" rIns="0" bIns="0">
            <a:normAutofit/>
          </a:bodyPr>
          <a:lstStyle>
            <a:lvl1pPr marL="0" indent="0">
              <a:spcAft>
                <a:spcPts val="0"/>
              </a:spcAft>
              <a:buNone/>
              <a:defRPr sz="1800"/>
            </a:lvl1pPr>
            <a:lvl2pPr marL="228600">
              <a:spcBef>
                <a:spcPts val="1200"/>
              </a:spcBef>
              <a:defRPr sz="1800"/>
            </a:lvl2pPr>
            <a:lvl3pPr marL="685800">
              <a:spcBef>
                <a:spcPts val="1200"/>
              </a:spcBef>
              <a:defRPr sz="1800"/>
            </a:lvl3pPr>
            <a:lvl4pPr marL="1143000">
              <a:spcBef>
                <a:spcPts val="1200"/>
              </a:spcBef>
              <a:defRPr sz="1800"/>
            </a:lvl4pPr>
            <a:lvl5pPr marL="16002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23402" y="2327441"/>
            <a:ext cx="4846320" cy="4040574"/>
          </a:xfrm>
        </p:spPr>
        <p:txBody>
          <a:bodyPr lIns="0" tIns="0" rIns="0" bIns="0">
            <a:normAutofit/>
          </a:bodyPr>
          <a:lstStyle>
            <a:lvl1pPr marL="0" indent="0">
              <a:spcAft>
                <a:spcPts val="0"/>
              </a:spcAft>
              <a:buNone/>
              <a:defRPr sz="1800"/>
            </a:lvl1pPr>
            <a:lvl2pPr marL="228600">
              <a:spcBef>
                <a:spcPts val="1200"/>
              </a:spcBef>
              <a:defRPr sz="1800"/>
            </a:lvl2pPr>
            <a:lvl3pPr marL="685800">
              <a:spcBef>
                <a:spcPts val="1200"/>
              </a:spcBef>
              <a:defRPr sz="1800"/>
            </a:lvl3pPr>
            <a:lvl4pPr marL="1143000">
              <a:spcBef>
                <a:spcPts val="1200"/>
              </a:spcBef>
              <a:defRPr sz="1800"/>
            </a:lvl4pPr>
            <a:lvl5pPr marL="16002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aphic 15">
            <a:extLst>
              <a:ext uri="{FF2B5EF4-FFF2-40B4-BE49-F238E27FC236}">
                <a16:creationId xmlns:a16="http://schemas.microsoft.com/office/drawing/2014/main" id="{A9475260-301F-4744-B1DA-7B00F6FB43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Graphic 16">
            <a:extLst>
              <a:ext uri="{FF2B5EF4-FFF2-40B4-BE49-F238E27FC236}">
                <a16:creationId xmlns:a16="http://schemas.microsoft.com/office/drawing/2014/main" id="{9BBD3F4B-0836-48C5-AC68-747456D1D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Graphic 14">
            <a:extLst>
              <a:ext uri="{FF2B5EF4-FFF2-40B4-BE49-F238E27FC236}">
                <a16:creationId xmlns:a16="http://schemas.microsoft.com/office/drawing/2014/main" id="{9B4398D5-99F4-4F83-AA77-9B4177648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D6A69CF-70D6-AB12-CD8B-FD75B7EE1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595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9EFE408-BFE1-16DC-F7C6-47F55C171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992" y="0"/>
            <a:ext cx="5779008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572" y="685800"/>
            <a:ext cx="4754880" cy="5670550"/>
          </a:xfrm>
        </p:spPr>
        <p:txBody>
          <a:bodyPr lIns="0" tIns="0" rIns="0" bIns="0" anchor="ctr" anchorCtr="0"/>
          <a:lstStyle>
            <a:lvl1pPr algn="l">
              <a:defRPr sz="40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4C0ED5DD-6381-0FFD-7B45-D21179A39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F042E432-AE48-385B-DEA1-32129394CE7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279526" y="1533524"/>
            <a:ext cx="4663440" cy="1895475"/>
          </a:xfrm>
        </p:spPr>
        <p:txBody>
          <a:bodyPr lIns="0" tIns="0" rIns="0" bIns="0" anchor="t" anchorCtr="0">
            <a:noAutofit/>
          </a:bodyPr>
          <a:lstStyle>
            <a:lvl1pPr marL="342900" indent="-512064">
              <a:spcBef>
                <a:spcPts val="1000"/>
              </a:spcBef>
              <a:buFont typeface="+mj-lt"/>
              <a:buAutoNum type="arabicPeriod"/>
              <a:defRPr sz="1800"/>
            </a:lvl1pPr>
            <a:lvl2pPr marL="1028700" indent="-342900">
              <a:spcBef>
                <a:spcPts val="1200"/>
              </a:spcBef>
              <a:buFont typeface="+mj-lt"/>
              <a:buAutoNum type="alphaLcPeriod"/>
              <a:defRPr sz="1800"/>
            </a:lvl2pPr>
            <a:lvl3pPr marL="1257300" indent="-342900">
              <a:spcBef>
                <a:spcPts val="1200"/>
              </a:spcBef>
              <a:buFont typeface="+mj-lt"/>
              <a:buAutoNum type="arabicParenR"/>
              <a:defRPr sz="1800"/>
            </a:lvl3pPr>
            <a:lvl4pPr marL="1714500" indent="-342900">
              <a:spcBef>
                <a:spcPts val="1200"/>
              </a:spcBef>
              <a:buFont typeface="+mj-lt"/>
              <a:buAutoNum type="alphaLcParenR"/>
              <a:defRPr sz="1800"/>
            </a:lvl4pPr>
            <a:lvl5pPr marL="2228850" indent="-400050">
              <a:spcBef>
                <a:spcPts val="1200"/>
              </a:spcBef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DF111B2E-0535-57E2-FE92-620F9307A95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0160" y="3482974"/>
            <a:ext cx="4663440" cy="1190033"/>
          </a:xfr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spcBef>
                <a:spcPts val="1200"/>
              </a:spcBef>
              <a:buNone/>
              <a:defRPr sz="1600"/>
            </a:lvl2pPr>
            <a:lvl3pPr marL="914400" indent="0">
              <a:spcBef>
                <a:spcPts val="1200"/>
              </a:spcBef>
              <a:buNone/>
              <a:defRPr sz="1400"/>
            </a:lvl3pPr>
            <a:lvl4pPr marL="1371600" indent="0">
              <a:spcBef>
                <a:spcPts val="1200"/>
              </a:spcBef>
              <a:buNone/>
              <a:defRPr sz="1200"/>
            </a:lvl4pPr>
            <a:lvl5pPr marL="1828800" indent="0">
              <a:spcBef>
                <a:spcPts val="120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1280160" y="4692058"/>
            <a:ext cx="4663440" cy="1584918"/>
          </a:xfrm>
        </p:spPr>
        <p:txBody>
          <a:bodyPr lIns="0" tIns="0" rIns="0" bIns="0" anchor="t" anchorCtr="0">
            <a:noAutofit/>
          </a:bodyPr>
          <a:lstStyle>
            <a:lvl1pPr>
              <a:spcBef>
                <a:spcPts val="1200"/>
              </a:spcBef>
              <a:defRPr sz="1800"/>
            </a:lvl1pPr>
            <a:lvl2pPr>
              <a:spcBef>
                <a:spcPts val="1200"/>
              </a:spcBef>
              <a:defRPr sz="1600"/>
            </a:lvl2pPr>
            <a:lvl3pPr>
              <a:spcBef>
                <a:spcPts val="1200"/>
              </a:spcBef>
              <a:defRPr sz="1400"/>
            </a:lvl3pPr>
            <a:lvl4pPr>
              <a:spcBef>
                <a:spcPts val="1200"/>
              </a:spcBef>
              <a:defRPr sz="1200"/>
            </a:lvl4pPr>
            <a:lvl5pPr>
              <a:spcBef>
                <a:spcPts val="1200"/>
              </a:spcBef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34C23E1A-9E5E-DA12-8E11-83F486766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3FE6E42-6A8F-C459-87EE-E2A5BAFA8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320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60" y="301752"/>
            <a:ext cx="4663438" cy="2441448"/>
          </a:xfrm>
        </p:spPr>
        <p:txBody>
          <a:bodyPr lIns="0" tIns="0" rIns="0" bIns="0" anchor="ctr" anchorCtr="0"/>
          <a:lstStyle>
            <a:lvl1pPr algn="l">
              <a:lnSpc>
                <a:spcPts val="4000"/>
              </a:lnSpc>
              <a:spcBef>
                <a:spcPts val="1000"/>
              </a:spcBef>
              <a:defRPr sz="4000" b="1" i="0" cap="all" spc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FB40175-FA51-DA14-A5B2-CD06DE6ECC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80161" y="2777067"/>
            <a:ext cx="4663440" cy="3550581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>
              <a:lnSpc>
                <a:spcPct val="110000"/>
              </a:lnSpc>
              <a:defRPr sz="1600"/>
            </a:lvl2pPr>
            <a:lvl3pPr marL="457200">
              <a:lnSpc>
                <a:spcPct val="110000"/>
              </a:lnSpc>
              <a:defRPr sz="1400"/>
            </a:lvl3pPr>
            <a:lvl4pPr marL="685800">
              <a:lnSpc>
                <a:spcPct val="110000"/>
              </a:lnSpc>
              <a:defRPr sz="1200"/>
            </a:lvl4pPr>
            <a:lvl5pPr marL="914400">
              <a:lnSpc>
                <a:spcPct val="110000"/>
              </a:lnSpc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5930B2-E36D-4D05-A6B3-CA1BF61D5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089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95553" y="301752"/>
            <a:ext cx="5221224" cy="6263640"/>
          </a:xfrm>
        </p:spPr>
        <p:txBody>
          <a:bodyPr tIns="914400" anchor="t" anchorCtr="0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7A4AE671-C203-0370-2888-FC8F7D444D1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434825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792BFA8-57AD-0B5C-2534-1E862B58D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5127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807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59" y="640080"/>
            <a:ext cx="4815836" cy="2103120"/>
          </a:xfrm>
        </p:spPr>
        <p:txBody>
          <a:bodyPr lIns="0" tIns="0" rIns="0" bIns="0" anchor="ctr" anchorCtr="0"/>
          <a:lstStyle>
            <a:lvl1pPr algn="l">
              <a:defRPr sz="4000" b="1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183E8BD-29F0-8F9F-FC7D-73F8067BCDD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C983CA3-739C-6C20-AFE0-0997370354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31427" y="640080"/>
            <a:ext cx="5122889" cy="2103120"/>
          </a:xfrm>
        </p:spPr>
        <p:txBody>
          <a:bodyPr lIns="0" tIns="0" rIns="0" bIns="0" anchor="ctr" anchorCtr="0">
            <a:normAutofit/>
          </a:bodyPr>
          <a:lstStyle>
            <a:lvl1pPr marL="0" indent="0">
              <a:lnSpc>
                <a:spcPct val="110000"/>
              </a:lnSpc>
              <a:buNone/>
              <a:defRPr sz="1800">
                <a:solidFill>
                  <a:schemeClr val="tx1"/>
                </a:solidFill>
              </a:defRPr>
            </a:lvl1pPr>
            <a:lvl2pPr marL="228600">
              <a:lnSpc>
                <a:spcPct val="100000"/>
              </a:lnSpc>
              <a:defRPr sz="1600">
                <a:solidFill>
                  <a:schemeClr val="tx1"/>
                </a:solidFill>
              </a:defRPr>
            </a:lvl2pPr>
            <a:lvl3pPr marL="457200">
              <a:lnSpc>
                <a:spcPct val="100000"/>
              </a:lnSpc>
              <a:defRPr sz="1400">
                <a:solidFill>
                  <a:schemeClr val="tx1"/>
                </a:solidFill>
              </a:defRPr>
            </a:lvl3pPr>
            <a:lvl4pPr marL="685800">
              <a:lnSpc>
                <a:spcPct val="100000"/>
              </a:lnSpc>
              <a:defRPr sz="1200">
                <a:solidFill>
                  <a:schemeClr val="tx1"/>
                </a:solidFill>
              </a:defRPr>
            </a:lvl4pPr>
            <a:lvl5pPr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BC9F29C-BBE9-AFB4-AFC6-30BCA4EB2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BC4D286-C480-B4CF-4406-CACC323F9FAD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1280160" y="3017520"/>
            <a:ext cx="10374152" cy="3208866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EE2817-4518-D59A-BD13-29A3D4FE64F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539516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905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59" y="4970638"/>
            <a:ext cx="9144000" cy="1280160"/>
          </a:xfrm>
        </p:spPr>
        <p:txBody>
          <a:bodyPr lIns="0" tIns="0" rIns="0" bIns="0" anchor="b" anchorCtr="0"/>
          <a:lstStyle>
            <a:lvl1pPr algn="l">
              <a:defRPr sz="4000" b="1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F0626849-9D2D-3C95-8C10-FA8F325F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685800"/>
            <a:ext cx="4937760" cy="402336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>
              <a:spcBef>
                <a:spcPts val="1200"/>
              </a:spcBef>
              <a:defRPr sz="1800"/>
            </a:lvl2pPr>
            <a:lvl3pPr marL="914400">
              <a:spcBef>
                <a:spcPts val="1200"/>
              </a:spcBef>
              <a:defRPr sz="1800"/>
            </a:lvl3pPr>
            <a:lvl4pPr marL="1371600">
              <a:spcBef>
                <a:spcPts val="1200"/>
              </a:spcBef>
              <a:defRPr sz="1800"/>
            </a:lvl4pPr>
            <a:lvl5pPr marL="18288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04755" y="685800"/>
            <a:ext cx="4937760" cy="4023360"/>
          </a:xfrm>
        </p:spPr>
        <p:txBody>
          <a:bodyPr lIns="0" tIns="0" rIns="0" bIns="0">
            <a:noAutofit/>
          </a:bodyPr>
          <a:lstStyle>
            <a:lvl1pPr>
              <a:spcBef>
                <a:spcPts val="1200"/>
              </a:spcBef>
              <a:defRPr sz="1800"/>
            </a:lvl1pPr>
            <a:lvl2pPr>
              <a:spcBef>
                <a:spcPts val="1200"/>
              </a:spcBef>
              <a:defRPr sz="1800"/>
            </a:lvl2pPr>
            <a:lvl3pPr>
              <a:spcBef>
                <a:spcPts val="1200"/>
              </a:spcBef>
              <a:defRPr sz="1800"/>
            </a:lvl3pPr>
            <a:lvl4pPr>
              <a:spcBef>
                <a:spcPts val="1200"/>
              </a:spcBef>
              <a:defRPr sz="1800"/>
            </a:lvl4pPr>
            <a:lvl5pPr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717D91C-F78C-0E4C-FB27-7112AB840A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22570" y="5680647"/>
            <a:ext cx="465456" cy="581432"/>
            <a:chOff x="7843462" y="2744546"/>
            <a:chExt cx="465456" cy="581432"/>
          </a:xfrm>
        </p:grpSpPr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CC935CF3-75DF-0DC7-1B2A-E0E0205DF64B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" name="Graphic 13">
              <a:extLst>
                <a:ext uri="{FF2B5EF4-FFF2-40B4-BE49-F238E27FC236}">
                  <a16:creationId xmlns:a16="http://schemas.microsoft.com/office/drawing/2014/main" id="{D5782BEB-6319-DEC1-F9ED-BA9201C6B9B7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Graphic 15">
              <a:extLst>
                <a:ext uri="{FF2B5EF4-FFF2-40B4-BE49-F238E27FC236}">
                  <a16:creationId xmlns:a16="http://schemas.microsoft.com/office/drawing/2014/main" id="{6E59DFAF-9794-BD12-D89A-422FFFFCE023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36444A47-BCB3-5C86-F2B8-25092BE8D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648C53D-49AB-C003-70E8-5117AF079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96BC1DE-6696-3408-564E-2D73B1266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5400000">
            <a:off x="10711518" y="5393214"/>
            <a:ext cx="1097341" cy="736658"/>
            <a:chOff x="10508317" y="446637"/>
            <a:chExt cx="1097341" cy="736658"/>
          </a:xfrm>
        </p:grpSpPr>
        <p:sp>
          <p:nvSpPr>
            <p:cNvPr id="25" name="Graphic 15">
              <a:extLst>
                <a:ext uri="{FF2B5EF4-FFF2-40B4-BE49-F238E27FC236}">
                  <a16:creationId xmlns:a16="http://schemas.microsoft.com/office/drawing/2014/main" id="{268EB1E4-29D6-C3F5-BCBB-FB7E7EE5C2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508317" y="492206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" name="Graphic 16">
              <a:extLst>
                <a:ext uri="{FF2B5EF4-FFF2-40B4-BE49-F238E27FC236}">
                  <a16:creationId xmlns:a16="http://schemas.microsoft.com/office/drawing/2014/main" id="{09524D46-140F-2F4F-430B-F59815A07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477944" y="1055581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" name="Graphic 14">
              <a:extLst>
                <a:ext uri="{FF2B5EF4-FFF2-40B4-BE49-F238E27FC236}">
                  <a16:creationId xmlns:a16="http://schemas.microsoft.com/office/drawing/2014/main" id="{AC75143B-C717-8D04-743C-B40FB5EFB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41555" y="446637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873764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40080"/>
            <a:ext cx="10087699" cy="1280160"/>
          </a:xfrm>
        </p:spPr>
        <p:txBody>
          <a:bodyPr lIns="0" tIns="0" rIns="0" bIns="0" anchor="b" anchorCtr="0"/>
          <a:lstStyle>
            <a:lvl1pPr>
              <a:defRPr sz="4000" b="1" cap="all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6B8DF0-B7E6-5032-C3C7-E457E793B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80160" y="2103119"/>
            <a:ext cx="10087699" cy="4114800"/>
          </a:xfrm>
        </p:spPr>
        <p:txBody>
          <a:bodyPr lIns="0" tIns="0" rIns="0" bIns="0"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C5F4D40-ADE4-5EEB-436C-8563A49C5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/>
          <a:lstStyle>
            <a:lvl1pPr algn="l"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7450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ubbles and Title 1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97" y="585216"/>
            <a:ext cx="8965094" cy="2276856"/>
          </a:xfrm>
        </p:spPr>
        <p:txBody>
          <a:bodyPr lIns="0" tIns="0" rIns="0" anchor="b"/>
          <a:lstStyle>
            <a:lvl1pPr algn="r">
              <a:lnSpc>
                <a:spcPts val="4800"/>
              </a:lnSpc>
              <a:defRPr sz="48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FC9B12A4-113B-B3F6-5926-5C2A6F504AB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371606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40609" y="3127248"/>
            <a:ext cx="6117381" cy="3017520"/>
          </a:xfrm>
        </p:spPr>
        <p:txBody>
          <a:bodyPr lIns="0" tIns="0" rIns="0" bIns="0">
            <a:normAutofit/>
          </a:bodyPr>
          <a:lstStyle>
            <a:lvl1pPr marL="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AF51D36-DB19-27CD-47E0-A4261648D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8614240">
            <a:off x="3975343" y="2819532"/>
            <a:ext cx="465456" cy="581432"/>
            <a:chOff x="7843462" y="2744546"/>
            <a:chExt cx="465456" cy="581432"/>
          </a:xfrm>
        </p:grpSpPr>
        <p:sp>
          <p:nvSpPr>
            <p:cNvPr id="4" name="Graphic 12">
              <a:extLst>
                <a:ext uri="{FF2B5EF4-FFF2-40B4-BE49-F238E27FC236}">
                  <a16:creationId xmlns:a16="http://schemas.microsoft.com/office/drawing/2014/main" id="{3EFED0E0-17D4-C5B0-09D0-B43338A856B3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" name="Graphic 13">
              <a:extLst>
                <a:ext uri="{FF2B5EF4-FFF2-40B4-BE49-F238E27FC236}">
                  <a16:creationId xmlns:a16="http://schemas.microsoft.com/office/drawing/2014/main" id="{8F798BBE-9B6F-700D-08A1-09ABC5388CCE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" name="Graphic 15">
              <a:extLst>
                <a:ext uri="{FF2B5EF4-FFF2-40B4-BE49-F238E27FC236}">
                  <a16:creationId xmlns:a16="http://schemas.microsoft.com/office/drawing/2014/main" id="{4AE2D1C5-9D85-9049-690C-3AFCE7E2DA56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0FE75D-ACD3-655E-58A7-8F2C182760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93626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36525"/>
            <a:ext cx="10515600" cy="1509713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390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5B2B208-F5B9-0151-C982-A389CB0B29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291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0EEA6CA-DE1E-18ED-E69E-54A1372FE2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973C81-5E94-41F6-CE15-3B4763B3A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835B5C-F994-9D57-3118-919EE90F5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867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394" y="1"/>
            <a:ext cx="9918405" cy="164623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35394" y="1825625"/>
            <a:ext cx="991840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6121" y="726630"/>
            <a:ext cx="520991" cy="51737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800" b="1" i="0" cap="all" spc="100" baseline="0"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EF1C86-6A9C-D287-D381-5634A69BF1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35394" y="6356350"/>
            <a:ext cx="27432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B8477-3F24-EDCB-C8AC-8433636391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38999" y="6356350"/>
            <a:ext cx="41148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71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17" r:id="rId2"/>
    <p:sldLayoutId id="2147483728" r:id="rId3"/>
    <p:sldLayoutId id="2147483729" r:id="rId4"/>
    <p:sldLayoutId id="2147483710" r:id="rId5"/>
    <p:sldLayoutId id="2147483727" r:id="rId6"/>
    <p:sldLayoutId id="2147483701" r:id="rId7"/>
    <p:sldLayoutId id="2147483721" r:id="rId8"/>
    <p:sldLayoutId id="2147483720" r:id="rId9"/>
    <p:sldLayoutId id="2147483730" r:id="rId10"/>
    <p:sldLayoutId id="2147483722" r:id="rId11"/>
    <p:sldLayoutId id="2147483698" r:id="rId12"/>
    <p:sldLayoutId id="2147483732" r:id="rId13"/>
    <p:sldLayoutId id="2147483702" r:id="rId14"/>
    <p:sldLayoutId id="2147483703" r:id="rId15"/>
  </p:sldLayoutIdLst>
  <p:hf sldNum="0" hdr="0" ftr="0"/>
  <p:txStyles>
    <p:titleStyle>
      <a:lvl1pPr algn="l" defTabSz="914400" rtl="0" eaLnBrk="1" latinLnBrk="0" hangingPunct="1">
        <a:lnSpc>
          <a:spcPts val="4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9968B-2619-4F71-AB00-4C493E1208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7428" y="-1198984"/>
            <a:ext cx="10504404" cy="3080335"/>
          </a:xfrm>
        </p:spPr>
        <p:txBody>
          <a:bodyPr/>
          <a:lstStyle/>
          <a:p>
            <a:r>
              <a:rPr lang="en-US" sz="4800" dirty="0">
                <a:effectLst>
                  <a:outerShdw blurRad="63500" dist="50800" dir="13500000" sx="0" sy="0">
                    <a:srgbClr val="000000">
                      <a:alpha val="50000"/>
                    </a:srgbClr>
                  </a:outerShdw>
                </a:effectLst>
                <a:latin typeface="Aptos Slab ExtraBold" panose="020B0004020202020204" pitchFamily="34" charset="0"/>
              </a:rPr>
              <a:t>                Smart  Fire / Smoke               Warning  System</a:t>
            </a:r>
            <a:endParaRPr lang="en-US" sz="4800" dirty="0">
              <a:latin typeface="Aptos Slab ExtraBold" panose="020B00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EBEE86-7278-42B1-DE26-7343567D1F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7428" y="2321766"/>
            <a:ext cx="4206254" cy="4206254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445B8BD-2979-B90C-9BAC-222EC412F158}"/>
              </a:ext>
            </a:extLst>
          </p:cNvPr>
          <p:cNvSpPr/>
          <p:nvPr/>
        </p:nvSpPr>
        <p:spPr>
          <a:xfrm rot="16200000">
            <a:off x="-604632" y="4627975"/>
            <a:ext cx="2481943" cy="1138349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500" b="1" dirty="0">
              <a:solidFill>
                <a:schemeClr val="accent2">
                  <a:lumMod val="75000"/>
                </a:schemeClr>
              </a:solidFill>
              <a:effectLst>
                <a:outerShdw blurRad="63500" dist="50800" dir="13500000" sx="0" sy="0">
                  <a:srgbClr val="000000">
                    <a:alpha val="50000"/>
                  </a:srgbClr>
                </a:outerShdw>
              </a:effectLst>
              <a:latin typeface="Aptos Slab ExtraBold" panose="020B0004020202020204" pitchFamily="34" charset="0"/>
            </a:endParaRPr>
          </a:p>
          <a:p>
            <a:pPr algn="ctr"/>
            <a:r>
              <a:rPr lang="en-US" sz="2500" b="1" dirty="0">
                <a:solidFill>
                  <a:schemeClr val="accent2">
                    <a:lumMod val="75000"/>
                  </a:schemeClr>
                </a:solidFill>
                <a:effectLst>
                  <a:outerShdw blurRad="63500" dist="50800" dir="13500000" sx="0" sy="0">
                    <a:srgbClr val="000000">
                      <a:alpha val="50000"/>
                    </a:srgbClr>
                  </a:outerShdw>
                </a:effectLst>
                <a:latin typeface="Aptos Slab ExtraBold" panose="020B0004020202020204" pitchFamily="34" charset="0"/>
              </a:rPr>
              <a:t>V Priyangan</a:t>
            </a:r>
            <a:endParaRPr lang="en-US" sz="2500" dirty="0">
              <a:solidFill>
                <a:schemeClr val="accent2">
                  <a:lumMod val="75000"/>
                </a:schemeClr>
              </a:solidFill>
              <a:latin typeface="Aptos Slab ExtraBold" panose="020B0004020202020204" pitchFamily="34" charset="0"/>
            </a:endParaRPr>
          </a:p>
          <a:p>
            <a:pPr algn="ctr"/>
            <a:r>
              <a:rPr lang="en-US" sz="2500" b="1" dirty="0">
                <a:solidFill>
                  <a:schemeClr val="accent2">
                    <a:lumMod val="75000"/>
                  </a:schemeClr>
                </a:solidFill>
                <a:effectLst>
                  <a:outerShdw blurRad="63500" dist="50800" dir="13500000" sx="0" sy="0">
                    <a:srgbClr val="000000">
                      <a:alpha val="50000"/>
                    </a:srgbClr>
                  </a:outerShdw>
                </a:effectLst>
                <a:latin typeface="Aptos Slab ExtraBold" panose="020B0004020202020204" pitchFamily="34" charset="0"/>
              </a:rPr>
              <a:t>ID: 25197298</a:t>
            </a:r>
            <a:endParaRPr lang="en-US" sz="2500" dirty="0">
              <a:solidFill>
                <a:schemeClr val="accent2">
                  <a:lumMod val="75000"/>
                </a:schemeClr>
              </a:solidFill>
              <a:latin typeface="Aptos Slab ExtraBold" panose="020B0004020202020204" pitchFamily="34" charset="0"/>
            </a:endParaRPr>
          </a:p>
          <a:p>
            <a:pPr algn="ctr"/>
            <a:endParaRPr lang="en-US" sz="2500" dirty="0">
              <a:solidFill>
                <a:schemeClr val="accent2">
                  <a:lumMod val="75000"/>
                </a:schemeClr>
              </a:solidFill>
              <a:latin typeface="Aptos Slab ExtraBold" panose="020B00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1FED88-359D-2BA9-ED4C-D926AB3379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5595" y="2297512"/>
            <a:ext cx="5710347" cy="4282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403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Box 1">
            <a:extLst>
              <a:ext uri="{FF2B5EF4-FFF2-40B4-BE49-F238E27FC236}">
                <a16:creationId xmlns:a16="http://schemas.microsoft.com/office/drawing/2014/main" id="{1F159EF2-A6CD-CD0E-5D67-D37615E70883}"/>
              </a:ext>
            </a:extLst>
          </p:cNvPr>
          <p:cNvSpPr txBox="1">
            <a:spLocks noGrp="1"/>
          </p:cNvSpPr>
          <p:nvPr>
            <p:ph type="body" sz="quarter" idx="17"/>
          </p:nvPr>
        </p:nvSpPr>
        <p:spPr>
          <a:xfrm>
            <a:off x="9103757" y="173426"/>
            <a:ext cx="2922595" cy="2420150"/>
          </a:xfrm>
          <a:prstGeom prst="rect">
            <a:avLst/>
          </a:prstGeom>
          <a:solidFill>
            <a:srgbClr val="00206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6000" b="1" kern="100" spc="50" dirty="0">
                <a:ln>
                  <a:noFill/>
                </a:ln>
                <a:effectLst>
                  <a:outerShdw blurRad="63500" dist="50800" dir="13500000" sx="0" sy="0">
                    <a:srgbClr val="000000">
                      <a:alpha val="50000"/>
                    </a:srgbClr>
                  </a:outerShdw>
                </a:effectLst>
                <a:latin typeface="Aptos Slab SemiBold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System </a:t>
            </a:r>
          </a:p>
          <a:p>
            <a:pPr marL="0" marR="0"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6000" b="1" kern="100" spc="50" dirty="0">
                <a:ln>
                  <a:noFill/>
                </a:ln>
                <a:effectLst>
                  <a:outerShdw blurRad="63500" dist="50800" dir="13500000" sx="0" sy="0">
                    <a:srgbClr val="000000">
                      <a:alpha val="50000"/>
                    </a:srgbClr>
                  </a:outerShdw>
                </a:effectLst>
                <a:latin typeface="Aptos Slab SemiBold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Idea</a:t>
            </a:r>
            <a:endParaRPr lang="en-US" sz="6000" kern="100" dirty="0">
              <a:effectLst/>
              <a:latin typeface="Aptos Slab SemiBold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Text Box 1">
            <a:extLst>
              <a:ext uri="{FF2B5EF4-FFF2-40B4-BE49-F238E27FC236}">
                <a16:creationId xmlns:a16="http://schemas.microsoft.com/office/drawing/2014/main" id="{999B946A-5F04-B269-682D-369C5958FBBE}"/>
              </a:ext>
            </a:extLst>
          </p:cNvPr>
          <p:cNvSpPr txBox="1"/>
          <p:nvPr/>
        </p:nvSpPr>
        <p:spPr>
          <a:xfrm>
            <a:off x="1448491" y="1044411"/>
            <a:ext cx="2139950" cy="678180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3200" b="1" kern="100" spc="50" dirty="0">
                <a:ln>
                  <a:noFill/>
                </a:ln>
                <a:solidFill>
                  <a:schemeClr val="tx2"/>
                </a:solidFill>
                <a:effectLst>
                  <a:outerShdw blurRad="63500" dist="50800" dir="13500000" sx="0" sy="0">
                    <a:srgbClr val="000000">
                      <a:alpha val="50000"/>
                    </a:srgbClr>
                  </a:outerShdw>
                </a:effectLst>
                <a:latin typeface="Algerian" panose="04020705040A02060702" pitchFamily="82" charset="0"/>
                <a:ea typeface="Aptos" panose="020B0004020202020204" pitchFamily="34" charset="0"/>
                <a:cs typeface="Times New Roman" panose="02020603050405020304" pitchFamily="18" charset="0"/>
              </a:rPr>
              <a:t>Input Sensors:</a:t>
            </a:r>
            <a:endParaRPr lang="en-US" sz="3200" kern="100" dirty="0">
              <a:solidFill>
                <a:schemeClr val="tx2"/>
              </a:solidFill>
              <a:effectLst/>
              <a:latin typeface="Algerian" panose="04020705040A02060702" pitchFamily="82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3200" b="1" kern="100" spc="50" dirty="0">
                <a:ln>
                  <a:noFill/>
                </a:ln>
                <a:solidFill>
                  <a:schemeClr val="tx2"/>
                </a:solidFill>
                <a:effectLst>
                  <a:outerShdw blurRad="63500" dist="50800" dir="13500000" sx="0" sy="0">
                    <a:srgbClr val="000000">
                      <a:alpha val="50000"/>
                    </a:srgbClr>
                  </a:outerShdw>
                </a:effectLst>
                <a:latin typeface="Algerian" panose="04020705040A02060702" pitchFamily="82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US" sz="3200" kern="100" dirty="0">
              <a:solidFill>
                <a:schemeClr val="tx2"/>
              </a:solidFill>
              <a:effectLst/>
              <a:latin typeface="Algerian" panose="04020705040A02060702" pitchFamily="82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1" name="Text Box 1">
            <a:extLst>
              <a:ext uri="{FF2B5EF4-FFF2-40B4-BE49-F238E27FC236}">
                <a16:creationId xmlns:a16="http://schemas.microsoft.com/office/drawing/2014/main" id="{47176E00-F902-63FF-348F-A18C323EF732}"/>
              </a:ext>
            </a:extLst>
          </p:cNvPr>
          <p:cNvSpPr txBox="1"/>
          <p:nvPr/>
        </p:nvSpPr>
        <p:spPr>
          <a:xfrm>
            <a:off x="1250061" y="3660617"/>
            <a:ext cx="1355090" cy="678180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3200" b="1" kern="100" spc="50" dirty="0">
                <a:ln>
                  <a:noFill/>
                </a:ln>
                <a:solidFill>
                  <a:schemeClr val="tx2"/>
                </a:solidFill>
                <a:effectLst>
                  <a:outerShdw blurRad="63500" dist="50800" dir="13500000" sx="0" sy="0">
                    <a:srgbClr val="000000">
                      <a:alpha val="50000"/>
                    </a:srgbClr>
                  </a:outerShdw>
                </a:effectLst>
                <a:latin typeface="Algerian" panose="04020705040A02060702" pitchFamily="82" charset="0"/>
                <a:ea typeface="Aptos" panose="020B0004020202020204" pitchFamily="34" charset="0"/>
                <a:cs typeface="Times New Roman" panose="02020603050405020304" pitchFamily="18" charset="0"/>
              </a:rPr>
              <a:t>Outputs:</a:t>
            </a:r>
            <a:endParaRPr lang="en-US" sz="3200" kern="100" dirty="0">
              <a:solidFill>
                <a:schemeClr val="tx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542041D-36FE-5CFC-0E9F-4D9FAEF94919}"/>
              </a:ext>
            </a:extLst>
          </p:cNvPr>
          <p:cNvSpPr/>
          <p:nvPr/>
        </p:nvSpPr>
        <p:spPr>
          <a:xfrm>
            <a:off x="2761862" y="1634209"/>
            <a:ext cx="4833257" cy="20886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 Box 1">
            <a:extLst>
              <a:ext uri="{FF2B5EF4-FFF2-40B4-BE49-F238E27FC236}">
                <a16:creationId xmlns:a16="http://schemas.microsoft.com/office/drawing/2014/main" id="{4E5EC55C-AF6D-3531-1087-02825C7A8A5E}"/>
              </a:ext>
            </a:extLst>
          </p:cNvPr>
          <p:cNvSpPr txBox="1"/>
          <p:nvPr/>
        </p:nvSpPr>
        <p:spPr>
          <a:xfrm>
            <a:off x="2933446" y="1722591"/>
            <a:ext cx="2993390" cy="1447800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342900" marR="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US" sz="2400" b="1" kern="100" spc="50" dirty="0">
                <a:ln>
                  <a:noFill/>
                </a:ln>
                <a:effectLst>
                  <a:outerShdw blurRad="63500" dist="50800" dir="13500000" sx="0" sy="0">
                    <a:srgbClr val="000000">
                      <a:alpha val="50000"/>
                    </a:srgbClr>
                  </a:outerShdw>
                </a:effectLst>
                <a:latin typeface="Baskerville Old Face" panose="020206020805050203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S= Smoke sensor</a:t>
            </a:r>
            <a:endParaRPr lang="en-US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US" sz="2400" b="1" kern="100" spc="50" dirty="0">
                <a:ln>
                  <a:noFill/>
                </a:ln>
                <a:effectLst>
                  <a:outerShdw blurRad="63500" dist="50800" dir="13500000" sx="0" sy="0">
                    <a:srgbClr val="000000">
                      <a:alpha val="50000"/>
                    </a:srgbClr>
                  </a:outerShdw>
                </a:effectLst>
                <a:latin typeface="Baskerville Old Face" panose="020206020805050203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T=Temperature sensor</a:t>
            </a:r>
            <a:endParaRPr lang="en-US" b="1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R="0" lvl="0">
              <a:lnSpc>
                <a:spcPct val="115000"/>
              </a:lnSpc>
            </a:pPr>
            <a:r>
              <a:rPr lang="en-US" sz="2400" b="1" kern="100" spc="50" dirty="0">
                <a:ln>
                  <a:noFill/>
                </a:ln>
                <a:effectLst>
                  <a:outerShdw blurRad="63500" dist="50800" dir="13500000" sx="0" sy="0">
                    <a:srgbClr val="000000">
                      <a:alpha val="50000"/>
                    </a:srgbClr>
                  </a:outerShdw>
                </a:effectLst>
                <a:latin typeface="Baskerville Old Face" panose="020206020805050203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3.    R=Reset Buton</a:t>
            </a:r>
            <a:endParaRPr lang="en-US" b="1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R="0" lvl="0">
              <a:lnSpc>
                <a:spcPct val="115000"/>
              </a:lnSpc>
            </a:pPr>
            <a:r>
              <a:rPr lang="en-US" sz="2400" b="1" kern="100" spc="50" dirty="0">
                <a:ln>
                  <a:noFill/>
                </a:ln>
                <a:effectLst>
                  <a:outerShdw blurRad="63500" dist="50800" dir="13500000" sx="0" sy="0">
                    <a:srgbClr val="000000">
                      <a:alpha val="50000"/>
                    </a:srgbClr>
                  </a:outerShdw>
                </a:effectLst>
                <a:latin typeface="Baskerville Old Face" panose="020206020805050203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4.    M=Manual Test Switch</a:t>
            </a:r>
            <a:endParaRPr lang="en-US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E4DA362-54D1-298C-999F-FCD173754A44}"/>
              </a:ext>
            </a:extLst>
          </p:cNvPr>
          <p:cNvSpPr/>
          <p:nvPr/>
        </p:nvSpPr>
        <p:spPr>
          <a:xfrm>
            <a:off x="2761861" y="4179448"/>
            <a:ext cx="7259217" cy="20886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 Box 1">
            <a:extLst>
              <a:ext uri="{FF2B5EF4-FFF2-40B4-BE49-F238E27FC236}">
                <a16:creationId xmlns:a16="http://schemas.microsoft.com/office/drawing/2014/main" id="{07A32A45-4030-3707-647F-ADD8E2B77BD4}"/>
              </a:ext>
            </a:extLst>
          </p:cNvPr>
          <p:cNvSpPr txBox="1"/>
          <p:nvPr/>
        </p:nvSpPr>
        <p:spPr>
          <a:xfrm>
            <a:off x="2849470" y="4584867"/>
            <a:ext cx="8476234" cy="1447800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342900" marR="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US" sz="2400" b="1" kern="100" spc="50" dirty="0">
                <a:ln>
                  <a:noFill/>
                </a:ln>
                <a:solidFill>
                  <a:srgbClr val="002060"/>
                </a:solidFill>
                <a:effectLst>
                  <a:outerShdw blurRad="63500" dist="50800" dir="13500000" sx="0" sy="0">
                    <a:srgbClr val="000000">
                      <a:alpha val="50000"/>
                    </a:srgbClr>
                  </a:outerShdw>
                </a:effectLst>
                <a:latin typeface="Baskerville Old Face" panose="020206020805050203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 = Warning (</a:t>
            </a:r>
            <a:r>
              <a:rPr lang="en-US" sz="2400" b="1" kern="100" spc="50" dirty="0" err="1">
                <a:ln>
                  <a:noFill/>
                </a:ln>
                <a:solidFill>
                  <a:srgbClr val="002060"/>
                </a:solidFill>
                <a:effectLst>
                  <a:outerShdw blurRad="63500" dist="50800" dir="13500000" sx="0" sy="0">
                    <a:srgbClr val="000000">
                      <a:alpha val="50000"/>
                    </a:srgbClr>
                  </a:outerShdw>
                </a:effectLst>
                <a:latin typeface="Baskerville Old Face" panose="020206020805050203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YellowLed</a:t>
            </a:r>
            <a:r>
              <a:rPr lang="en-US" sz="2400" b="1" kern="100" spc="50" dirty="0">
                <a:ln>
                  <a:noFill/>
                </a:ln>
                <a:solidFill>
                  <a:srgbClr val="002060"/>
                </a:solidFill>
                <a:effectLst>
                  <a:outerShdw blurRad="63500" dist="50800" dir="13500000" sx="0" sy="0">
                    <a:srgbClr val="000000">
                      <a:alpha val="50000"/>
                    </a:srgbClr>
                  </a:outerShdw>
                </a:effectLst>
                <a:latin typeface="Baskerville Old Face" panose="020206020805050203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/ Slow Buzzer)</a:t>
            </a:r>
            <a:endParaRPr lang="en-US" kern="100" dirty="0">
              <a:solidFill>
                <a:srgbClr val="00206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US" sz="2400" b="1" kern="100" spc="50" dirty="0">
                <a:ln>
                  <a:noFill/>
                </a:ln>
                <a:solidFill>
                  <a:srgbClr val="002060"/>
                </a:solidFill>
                <a:effectLst>
                  <a:outerShdw blurRad="63500" dist="50800" dir="13500000" sx="0" sy="0">
                    <a:srgbClr val="000000">
                      <a:alpha val="50000"/>
                    </a:srgbClr>
                  </a:outerShdw>
                </a:effectLst>
                <a:latin typeface="Baskerville Old Face" panose="020206020805050203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 = Alarm (Red Led, Fast Buzzer)</a:t>
            </a:r>
            <a:endParaRPr lang="en-US" kern="100" dirty="0">
              <a:solidFill>
                <a:srgbClr val="00206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2400" b="1" kern="100" spc="50" dirty="0">
                <a:ln>
                  <a:noFill/>
                </a:ln>
                <a:solidFill>
                  <a:srgbClr val="002060"/>
                </a:solidFill>
                <a:effectLst>
                  <a:outerShdw blurRad="63500" dist="50800" dir="13500000" sx="0" sy="0">
                    <a:srgbClr val="000000">
                      <a:alpha val="50000"/>
                    </a:srgbClr>
                  </a:outerShdw>
                </a:effectLst>
                <a:latin typeface="Baskerville Old Face" panose="020206020805050203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 = Evacuate (Continuous </a:t>
            </a:r>
            <a:r>
              <a:rPr lang="en-US" sz="2400" b="1" kern="100" spc="50" dirty="0" err="1">
                <a:ln>
                  <a:noFill/>
                </a:ln>
                <a:solidFill>
                  <a:srgbClr val="002060"/>
                </a:solidFill>
                <a:effectLst>
                  <a:outerShdw blurRad="63500" dist="50800" dir="13500000" sx="0" sy="0">
                    <a:srgbClr val="000000">
                      <a:alpha val="50000"/>
                    </a:srgbClr>
                  </a:outerShdw>
                </a:effectLst>
                <a:latin typeface="Baskerville Old Face" panose="020206020805050203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Buzzer+Blinking</a:t>
            </a:r>
            <a:r>
              <a:rPr lang="en-US" sz="2400" b="1" kern="100" spc="50" dirty="0">
                <a:ln>
                  <a:noFill/>
                </a:ln>
                <a:solidFill>
                  <a:srgbClr val="002060"/>
                </a:solidFill>
                <a:effectLst>
                  <a:outerShdw blurRad="63500" dist="50800" dir="13500000" sx="0" sy="0">
                    <a:srgbClr val="000000">
                      <a:alpha val="50000"/>
                    </a:srgbClr>
                  </a:outerShdw>
                </a:effectLst>
                <a:latin typeface="Baskerville Old Face" panose="020206020805050203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Red)</a:t>
            </a:r>
            <a:endParaRPr lang="en-US" kern="100" dirty="0">
              <a:solidFill>
                <a:srgbClr val="00206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7812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FDAA-00CD-846E-A576-B59DFA73F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685800"/>
            <a:ext cx="9137012" cy="1280160"/>
          </a:xfrm>
        </p:spPr>
        <p:txBody>
          <a:bodyPr/>
          <a:lstStyle/>
          <a:p>
            <a:r>
              <a:rPr lang="en-US" sz="4800" dirty="0">
                <a:solidFill>
                  <a:schemeClr val="accent1"/>
                </a:solidFill>
                <a:effectLst>
                  <a:outerShdw blurRad="63500" dist="50800" dir="13500000" sx="0" sy="0">
                    <a:srgbClr val="000000">
                      <a:alpha val="50000"/>
                    </a:srgbClr>
                  </a:outerShdw>
                </a:effectLst>
                <a:latin typeface="Algerian" panose="04020705040A02060702" pitchFamily="82" charset="0"/>
              </a:rPr>
              <a:t>Logic Concept:</a:t>
            </a:r>
            <a:br>
              <a:rPr lang="en-US" sz="4800" dirty="0">
                <a:solidFill>
                  <a:schemeClr val="accent1"/>
                </a:solidFill>
                <a:latin typeface="Aptos Slab ExtraBold" panose="020B0004020202020204" pitchFamily="34" charset="0"/>
              </a:rPr>
            </a:br>
            <a:endParaRPr lang="en-US" sz="4800" dirty="0">
              <a:solidFill>
                <a:schemeClr val="accent1"/>
              </a:solidFill>
              <a:latin typeface="Aptos Slab ExtraBold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7A4F47-028F-3FCF-AFA3-1E2A4CC59056}"/>
              </a:ext>
            </a:extLst>
          </p:cNvPr>
          <p:cNvSpPr/>
          <p:nvPr/>
        </p:nvSpPr>
        <p:spPr>
          <a:xfrm>
            <a:off x="6569995" y="0"/>
            <a:ext cx="5622005" cy="6858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AAB10C8-0FEC-7AE5-300F-6F6C78F117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0288795"/>
              </p:ext>
            </p:extLst>
          </p:nvPr>
        </p:nvGraphicFramePr>
        <p:xfrm>
          <a:off x="980748" y="1746032"/>
          <a:ext cx="10699515" cy="4048278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2139903">
                  <a:extLst>
                    <a:ext uri="{9D8B030D-6E8A-4147-A177-3AD203B41FA5}">
                      <a16:colId xmlns:a16="http://schemas.microsoft.com/office/drawing/2014/main" val="3897595110"/>
                    </a:ext>
                  </a:extLst>
                </a:gridCol>
                <a:gridCol w="2139903">
                  <a:extLst>
                    <a:ext uri="{9D8B030D-6E8A-4147-A177-3AD203B41FA5}">
                      <a16:colId xmlns:a16="http://schemas.microsoft.com/office/drawing/2014/main" val="2672812422"/>
                    </a:ext>
                  </a:extLst>
                </a:gridCol>
                <a:gridCol w="2139903">
                  <a:extLst>
                    <a:ext uri="{9D8B030D-6E8A-4147-A177-3AD203B41FA5}">
                      <a16:colId xmlns:a16="http://schemas.microsoft.com/office/drawing/2014/main" val="2108151879"/>
                    </a:ext>
                  </a:extLst>
                </a:gridCol>
                <a:gridCol w="2139903">
                  <a:extLst>
                    <a:ext uri="{9D8B030D-6E8A-4147-A177-3AD203B41FA5}">
                      <a16:colId xmlns:a16="http://schemas.microsoft.com/office/drawing/2014/main" val="1971522742"/>
                    </a:ext>
                  </a:extLst>
                </a:gridCol>
                <a:gridCol w="2139903">
                  <a:extLst>
                    <a:ext uri="{9D8B030D-6E8A-4147-A177-3AD203B41FA5}">
                      <a16:colId xmlns:a16="http://schemas.microsoft.com/office/drawing/2014/main" val="2587721854"/>
                    </a:ext>
                  </a:extLst>
                </a:gridCol>
              </a:tblGrid>
              <a:tr h="67471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10 Pixel Bold" pitchFamily="2" charset="0"/>
                        </a:rPr>
                        <a:t>GREEN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10 Pixel Bold" pitchFamily="2" charset="0"/>
                        </a:rPr>
                        <a:t>YELLOW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10 Pixel Bold" pitchFamily="2" charset="0"/>
                        </a:rPr>
                        <a:t>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10 Pixel Bold" pitchFamily="2" charset="0"/>
                        </a:rPr>
                        <a:t>BUZZER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3922773"/>
                  </a:ext>
                </a:extLst>
              </a:tr>
              <a:tr h="67471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Safe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highlight>
                            <a:srgbClr val="00FF00"/>
                          </a:highlight>
                          <a:latin typeface="Aptos Slab SemiBold" panose="020B0004020202020204" pitchFamily="34" charset="0"/>
                        </a:rPr>
                        <a:t>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chemeClr val="bg1"/>
                        </a:solidFill>
                        <a:latin typeface="Aptos Slab SemiBold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chemeClr val="bg1"/>
                        </a:solidFill>
                        <a:latin typeface="Aptos Slab SemiBold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Aptos Slab SemiBold" panose="020B0004020202020204" pitchFamily="34" charset="0"/>
                        </a:rPr>
                        <a:t>Silent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000077"/>
                  </a:ext>
                </a:extLst>
              </a:tr>
              <a:tr h="67471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Warning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chemeClr val="bg1"/>
                        </a:solidFill>
                        <a:latin typeface="Aptos Slab SemiBold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Aptos Slab SemiBold" panose="020B0004020202020204" pitchFamily="34" charset="0"/>
                        </a:rPr>
                        <a:t>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chemeClr val="bg1"/>
                        </a:solidFill>
                        <a:latin typeface="Aptos Slab SemiBold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Aptos Slab SemiBold" panose="020B0004020202020204" pitchFamily="34" charset="0"/>
                        </a:rPr>
                        <a:t>Slow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5009596"/>
                  </a:ext>
                </a:extLst>
              </a:tr>
              <a:tr h="67471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Alarm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chemeClr val="bg1"/>
                        </a:solidFill>
                        <a:latin typeface="Aptos Slab SemiBold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chemeClr val="bg1"/>
                        </a:solidFill>
                        <a:latin typeface="Aptos Slab SemiBold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highlight>
                            <a:srgbClr val="FF0000"/>
                          </a:highlight>
                          <a:latin typeface="Aptos Slab SemiBold" panose="020B0004020202020204" pitchFamily="34" charset="0"/>
                        </a:rPr>
                        <a:t>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Aptos Slab SemiBold" panose="020B0004020202020204" pitchFamily="34" charset="0"/>
                        </a:rPr>
                        <a:t>Fast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7106690"/>
                  </a:ext>
                </a:extLst>
              </a:tr>
              <a:tr h="67471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Evacuate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chemeClr val="bg1"/>
                        </a:solidFill>
                        <a:latin typeface="Aptos Slab SemiBold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chemeClr val="bg1"/>
                        </a:solidFill>
                        <a:latin typeface="Aptos Slab SemiBold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highlight>
                            <a:srgbClr val="FF0000"/>
                          </a:highlight>
                          <a:latin typeface="Aptos Slab SemiBold" panose="020B0004020202020204" pitchFamily="34" charset="0"/>
                        </a:rPr>
                        <a:t>Flashing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Aptos Slab SemiBold" panose="020B0004020202020204" pitchFamily="34" charset="0"/>
                        </a:rPr>
                        <a:t>Continuous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1832709"/>
                  </a:ext>
                </a:extLst>
              </a:tr>
              <a:tr h="67471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Reset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highlight>
                            <a:srgbClr val="00FF00"/>
                          </a:highlight>
                          <a:latin typeface="Aptos Slab SemiBold" panose="020B0004020202020204" pitchFamily="34" charset="0"/>
                        </a:rPr>
                        <a:t>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chemeClr val="bg1"/>
                        </a:solidFill>
                        <a:latin typeface="Aptos Slab SemiBold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chemeClr val="bg1"/>
                        </a:solidFill>
                        <a:latin typeface="Aptos Slab SemiBold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Aptos Slab SemiBold" panose="020B0004020202020204" pitchFamily="34" charset="0"/>
                        </a:rPr>
                        <a:t>Silent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4939098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AFCDF168-C1BE-7DF4-4C6E-3A280F215556}"/>
              </a:ext>
            </a:extLst>
          </p:cNvPr>
          <p:cNvSpPr/>
          <p:nvPr/>
        </p:nvSpPr>
        <p:spPr>
          <a:xfrm>
            <a:off x="980748" y="1736701"/>
            <a:ext cx="10699515" cy="689258"/>
          </a:xfrm>
          <a:prstGeom prst="rect">
            <a:avLst/>
          </a:prstGeom>
          <a:noFill/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16BA9F-B340-9B19-FE27-F698FC3FE1C5}"/>
              </a:ext>
            </a:extLst>
          </p:cNvPr>
          <p:cNvSpPr/>
          <p:nvPr/>
        </p:nvSpPr>
        <p:spPr>
          <a:xfrm>
            <a:off x="983857" y="2448934"/>
            <a:ext cx="10699515" cy="689258"/>
          </a:xfrm>
          <a:prstGeom prst="rect">
            <a:avLst/>
          </a:prstGeom>
          <a:noFill/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08DE09-1296-BB9C-6DD6-560AF78C93BC}"/>
              </a:ext>
            </a:extLst>
          </p:cNvPr>
          <p:cNvSpPr/>
          <p:nvPr/>
        </p:nvSpPr>
        <p:spPr>
          <a:xfrm>
            <a:off x="968303" y="3123852"/>
            <a:ext cx="10699515" cy="689258"/>
          </a:xfrm>
          <a:prstGeom prst="rect">
            <a:avLst/>
          </a:prstGeom>
          <a:noFill/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477A146-F433-E0B4-8E8D-7749E0604763}"/>
              </a:ext>
            </a:extLst>
          </p:cNvPr>
          <p:cNvSpPr/>
          <p:nvPr/>
        </p:nvSpPr>
        <p:spPr>
          <a:xfrm>
            <a:off x="962081" y="3817426"/>
            <a:ext cx="10699515" cy="689258"/>
          </a:xfrm>
          <a:prstGeom prst="rect">
            <a:avLst/>
          </a:prstGeom>
          <a:noFill/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C69257D-3C25-DB26-1868-99B5CCEEF50B}"/>
              </a:ext>
            </a:extLst>
          </p:cNvPr>
          <p:cNvSpPr/>
          <p:nvPr/>
        </p:nvSpPr>
        <p:spPr>
          <a:xfrm>
            <a:off x="974521" y="4501667"/>
            <a:ext cx="10699515" cy="689258"/>
          </a:xfrm>
          <a:prstGeom prst="rect">
            <a:avLst/>
          </a:prstGeom>
          <a:noFill/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37CF66D-BA40-F9C6-76D9-FD957B0D43A4}"/>
              </a:ext>
            </a:extLst>
          </p:cNvPr>
          <p:cNvSpPr/>
          <p:nvPr/>
        </p:nvSpPr>
        <p:spPr>
          <a:xfrm>
            <a:off x="958967" y="5139263"/>
            <a:ext cx="10699515" cy="689258"/>
          </a:xfrm>
          <a:prstGeom prst="rect">
            <a:avLst/>
          </a:prstGeom>
          <a:noFill/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89B6A13-6E87-A66D-5DFD-CD83162FED46}"/>
              </a:ext>
            </a:extLst>
          </p:cNvPr>
          <p:cNvSpPr/>
          <p:nvPr/>
        </p:nvSpPr>
        <p:spPr>
          <a:xfrm>
            <a:off x="968303" y="1736701"/>
            <a:ext cx="2157452" cy="4091820"/>
          </a:xfrm>
          <a:prstGeom prst="rect">
            <a:avLst/>
          </a:prstGeom>
          <a:noFill/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E201935-4715-5EDD-FBD2-437B2CE62EAC}"/>
              </a:ext>
            </a:extLst>
          </p:cNvPr>
          <p:cNvSpPr/>
          <p:nvPr/>
        </p:nvSpPr>
        <p:spPr>
          <a:xfrm>
            <a:off x="3108127" y="1739810"/>
            <a:ext cx="2157452" cy="4091820"/>
          </a:xfrm>
          <a:prstGeom prst="rect">
            <a:avLst/>
          </a:prstGeom>
          <a:noFill/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86608EC-09FF-38A7-42FB-4CC4C071FB44}"/>
              </a:ext>
            </a:extLst>
          </p:cNvPr>
          <p:cNvSpPr/>
          <p:nvPr/>
        </p:nvSpPr>
        <p:spPr>
          <a:xfrm>
            <a:off x="5238621" y="1733587"/>
            <a:ext cx="2157452" cy="4091820"/>
          </a:xfrm>
          <a:prstGeom prst="rect">
            <a:avLst/>
          </a:prstGeom>
          <a:noFill/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6731DD9-68B7-7B07-0F93-7C1A6F435EEA}"/>
              </a:ext>
            </a:extLst>
          </p:cNvPr>
          <p:cNvSpPr/>
          <p:nvPr/>
        </p:nvSpPr>
        <p:spPr>
          <a:xfrm>
            <a:off x="7378450" y="1736694"/>
            <a:ext cx="2157452" cy="4091820"/>
          </a:xfrm>
          <a:prstGeom prst="rect">
            <a:avLst/>
          </a:prstGeom>
          <a:noFill/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AD818F1-082D-64DA-52B8-B9E01B92C49B}"/>
              </a:ext>
            </a:extLst>
          </p:cNvPr>
          <p:cNvSpPr/>
          <p:nvPr/>
        </p:nvSpPr>
        <p:spPr>
          <a:xfrm>
            <a:off x="9518278" y="1721142"/>
            <a:ext cx="2157452" cy="4091820"/>
          </a:xfrm>
          <a:prstGeom prst="rect">
            <a:avLst/>
          </a:prstGeom>
          <a:noFill/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Multiplication Sign 21">
            <a:extLst>
              <a:ext uri="{FF2B5EF4-FFF2-40B4-BE49-F238E27FC236}">
                <a16:creationId xmlns:a16="http://schemas.microsoft.com/office/drawing/2014/main" id="{0F2A21E6-DA6A-F038-95A3-DB475F31BA33}"/>
              </a:ext>
            </a:extLst>
          </p:cNvPr>
          <p:cNvSpPr/>
          <p:nvPr/>
        </p:nvSpPr>
        <p:spPr>
          <a:xfrm>
            <a:off x="3909527" y="3261646"/>
            <a:ext cx="520640" cy="421083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Multiplication Sign 22">
            <a:extLst>
              <a:ext uri="{FF2B5EF4-FFF2-40B4-BE49-F238E27FC236}">
                <a16:creationId xmlns:a16="http://schemas.microsoft.com/office/drawing/2014/main" id="{2935DE32-3BB1-0E5D-52A2-35654238A006}"/>
              </a:ext>
            </a:extLst>
          </p:cNvPr>
          <p:cNvSpPr/>
          <p:nvPr/>
        </p:nvSpPr>
        <p:spPr>
          <a:xfrm>
            <a:off x="3913054" y="3974836"/>
            <a:ext cx="520640" cy="421083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Multiplication Sign 23">
            <a:extLst>
              <a:ext uri="{FF2B5EF4-FFF2-40B4-BE49-F238E27FC236}">
                <a16:creationId xmlns:a16="http://schemas.microsoft.com/office/drawing/2014/main" id="{DFE12AD9-DA32-63A2-A6C6-8800408F203F}"/>
              </a:ext>
            </a:extLst>
          </p:cNvPr>
          <p:cNvSpPr/>
          <p:nvPr/>
        </p:nvSpPr>
        <p:spPr>
          <a:xfrm>
            <a:off x="3903721" y="4632297"/>
            <a:ext cx="520640" cy="421083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Multiplication Sign 24">
            <a:extLst>
              <a:ext uri="{FF2B5EF4-FFF2-40B4-BE49-F238E27FC236}">
                <a16:creationId xmlns:a16="http://schemas.microsoft.com/office/drawing/2014/main" id="{3A2FA9DC-75F8-3627-89E7-9072C3B12038}"/>
              </a:ext>
            </a:extLst>
          </p:cNvPr>
          <p:cNvSpPr/>
          <p:nvPr/>
        </p:nvSpPr>
        <p:spPr>
          <a:xfrm>
            <a:off x="6073294" y="2544647"/>
            <a:ext cx="520640" cy="421083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Multiplication Sign 25">
            <a:extLst>
              <a:ext uri="{FF2B5EF4-FFF2-40B4-BE49-F238E27FC236}">
                <a16:creationId xmlns:a16="http://schemas.microsoft.com/office/drawing/2014/main" id="{AE81FF9B-2FF7-7025-7D0C-B2C5D2FD3BAC}"/>
              </a:ext>
            </a:extLst>
          </p:cNvPr>
          <p:cNvSpPr/>
          <p:nvPr/>
        </p:nvSpPr>
        <p:spPr>
          <a:xfrm>
            <a:off x="6073294" y="3954971"/>
            <a:ext cx="520640" cy="421083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Multiplication Sign 26">
            <a:extLst>
              <a:ext uri="{FF2B5EF4-FFF2-40B4-BE49-F238E27FC236}">
                <a16:creationId xmlns:a16="http://schemas.microsoft.com/office/drawing/2014/main" id="{720FF1BC-FBC7-BA11-26D2-F3DC32992B7D}"/>
              </a:ext>
            </a:extLst>
          </p:cNvPr>
          <p:cNvSpPr/>
          <p:nvPr/>
        </p:nvSpPr>
        <p:spPr>
          <a:xfrm>
            <a:off x="6079839" y="4612432"/>
            <a:ext cx="520640" cy="421083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Multiplication Sign 27">
            <a:extLst>
              <a:ext uri="{FF2B5EF4-FFF2-40B4-BE49-F238E27FC236}">
                <a16:creationId xmlns:a16="http://schemas.microsoft.com/office/drawing/2014/main" id="{32BA65E5-A667-0331-7471-CA821219CB77}"/>
              </a:ext>
            </a:extLst>
          </p:cNvPr>
          <p:cNvSpPr/>
          <p:nvPr/>
        </p:nvSpPr>
        <p:spPr>
          <a:xfrm>
            <a:off x="6073294" y="5284581"/>
            <a:ext cx="520640" cy="421083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Multiplication Sign 28">
            <a:extLst>
              <a:ext uri="{FF2B5EF4-FFF2-40B4-BE49-F238E27FC236}">
                <a16:creationId xmlns:a16="http://schemas.microsoft.com/office/drawing/2014/main" id="{3ED09FE3-3B41-8A69-022F-635472E2CF5A}"/>
              </a:ext>
            </a:extLst>
          </p:cNvPr>
          <p:cNvSpPr/>
          <p:nvPr/>
        </p:nvSpPr>
        <p:spPr>
          <a:xfrm>
            <a:off x="8216143" y="2553396"/>
            <a:ext cx="520640" cy="421083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Multiplication Sign 29">
            <a:extLst>
              <a:ext uri="{FF2B5EF4-FFF2-40B4-BE49-F238E27FC236}">
                <a16:creationId xmlns:a16="http://schemas.microsoft.com/office/drawing/2014/main" id="{2EC2368E-F3EA-568E-F6D6-7BF24B0DB563}"/>
              </a:ext>
            </a:extLst>
          </p:cNvPr>
          <p:cNvSpPr/>
          <p:nvPr/>
        </p:nvSpPr>
        <p:spPr>
          <a:xfrm>
            <a:off x="8196856" y="3278677"/>
            <a:ext cx="520640" cy="421083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Multiplication Sign 30">
            <a:extLst>
              <a:ext uri="{FF2B5EF4-FFF2-40B4-BE49-F238E27FC236}">
                <a16:creationId xmlns:a16="http://schemas.microsoft.com/office/drawing/2014/main" id="{BCCCDAAC-C973-6F85-6AF0-6E6BEFCCC01E}"/>
              </a:ext>
            </a:extLst>
          </p:cNvPr>
          <p:cNvSpPr/>
          <p:nvPr/>
        </p:nvSpPr>
        <p:spPr>
          <a:xfrm>
            <a:off x="8216143" y="5296673"/>
            <a:ext cx="520640" cy="421083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816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247ABD4-990A-BAC8-69FC-AF4C84F3AD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74446" y="762963"/>
            <a:ext cx="4663438" cy="2441448"/>
          </a:xfrm>
        </p:spPr>
        <p:txBody>
          <a:bodyPr/>
          <a:lstStyle/>
          <a:p>
            <a:r>
              <a:rPr lang="en-US" dirty="0"/>
              <a:t>Logic Gate </a:t>
            </a:r>
          </a:p>
        </p:txBody>
      </p:sp>
      <p:pic>
        <p:nvPicPr>
          <p:cNvPr id="6" name="Picture Placeholder 21" descr="Mountains under near dusk sky">
            <a:extLst>
              <a:ext uri="{FF2B5EF4-FFF2-40B4-BE49-F238E27FC236}">
                <a16:creationId xmlns:a16="http://schemas.microsoft.com/office/drawing/2014/main" id="{1472EB4E-1296-AC66-19FA-B01BB8D8A5F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/>
          <a:srcRect l="22444" r="22444"/>
          <a:stretch/>
        </p:blipFill>
        <p:spPr>
          <a:xfrm>
            <a:off x="6695553" y="301752"/>
            <a:ext cx="5221224" cy="6263640"/>
          </a:xfr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D638672-C5A0-1098-1BE0-CB36A8F2FD67}"/>
              </a:ext>
            </a:extLst>
          </p:cNvPr>
          <p:cNvSpPr/>
          <p:nvPr/>
        </p:nvSpPr>
        <p:spPr>
          <a:xfrm>
            <a:off x="812332" y="167951"/>
            <a:ext cx="5540342" cy="6690049"/>
          </a:xfrm>
          <a:prstGeom prst="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0FF9EC-16AD-8322-6E8E-929563DAC622}"/>
              </a:ext>
            </a:extLst>
          </p:cNvPr>
          <p:cNvSpPr/>
          <p:nvPr/>
        </p:nvSpPr>
        <p:spPr>
          <a:xfrm>
            <a:off x="1081148" y="1044642"/>
            <a:ext cx="1767840" cy="2179320"/>
          </a:xfrm>
          <a:prstGeom prst="rect">
            <a:avLst/>
          </a:prstGeom>
          <a:solidFill>
            <a:schemeClr val="bg1"/>
          </a:solidFill>
          <a:ln w="762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kern="100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 = S OR T</a:t>
            </a:r>
            <a:endParaRPr lang="en-US" sz="1200" kern="10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 Box 1">
            <a:extLst>
              <a:ext uri="{FF2B5EF4-FFF2-40B4-BE49-F238E27FC236}">
                <a16:creationId xmlns:a16="http://schemas.microsoft.com/office/drawing/2014/main" id="{BF9FAE7E-4F5A-426C-9E13-1B42B21EC540}"/>
              </a:ext>
            </a:extLst>
          </p:cNvPr>
          <p:cNvSpPr txBox="1"/>
          <p:nvPr/>
        </p:nvSpPr>
        <p:spPr>
          <a:xfrm>
            <a:off x="1081148" y="423873"/>
            <a:ext cx="1787525" cy="678180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100" spc="50" dirty="0">
                <a:ln>
                  <a:noFill/>
                </a:ln>
                <a:solidFill>
                  <a:srgbClr val="C00000"/>
                </a:solidFill>
                <a:effectLst>
                  <a:outerShdw blurRad="63500" dist="50800" dir="13500000" sx="0" sy="0">
                    <a:srgbClr val="000000">
                      <a:alpha val="50000"/>
                    </a:srgbClr>
                  </a:outerShdw>
                </a:effectLst>
                <a:latin typeface="Amasis MT Pro Black" panose="02040A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WARNING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D34219A-1AA3-EC2B-3E15-4BF2FDEC2196}"/>
              </a:ext>
            </a:extLst>
          </p:cNvPr>
          <p:cNvSpPr/>
          <p:nvPr/>
        </p:nvSpPr>
        <p:spPr>
          <a:xfrm>
            <a:off x="1100833" y="4361568"/>
            <a:ext cx="1767840" cy="2179320"/>
          </a:xfrm>
          <a:prstGeom prst="rect">
            <a:avLst/>
          </a:prstGeom>
          <a:solidFill>
            <a:schemeClr val="bg1"/>
          </a:solidFill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kern="100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 = A AND T</a:t>
            </a:r>
            <a:endParaRPr lang="en-US" sz="1200" kern="10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 Box 1">
            <a:extLst>
              <a:ext uri="{FF2B5EF4-FFF2-40B4-BE49-F238E27FC236}">
                <a16:creationId xmlns:a16="http://schemas.microsoft.com/office/drawing/2014/main" id="{CFFB64E8-29C2-AD0B-C38C-E3BFB32DA521}"/>
              </a:ext>
            </a:extLst>
          </p:cNvPr>
          <p:cNvSpPr txBox="1"/>
          <p:nvPr/>
        </p:nvSpPr>
        <p:spPr>
          <a:xfrm>
            <a:off x="1311209" y="3844731"/>
            <a:ext cx="1372870" cy="678180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100" spc="50" dirty="0">
                <a:ln>
                  <a:noFill/>
                </a:ln>
                <a:solidFill>
                  <a:srgbClr val="C00000"/>
                </a:solidFill>
                <a:effectLst>
                  <a:outerShdw blurRad="63500" dist="50800" dir="13500000" sx="0" sy="0">
                    <a:srgbClr val="000000">
                      <a:alpha val="50000"/>
                    </a:srgbClr>
                  </a:outerShdw>
                </a:effectLst>
                <a:latin typeface="Amasis MT Pro Black" panose="02040A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ALARM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CA02BE8-23A0-6A88-CCB6-DDE480ABDBF6}"/>
              </a:ext>
            </a:extLst>
          </p:cNvPr>
          <p:cNvSpPr/>
          <p:nvPr/>
        </p:nvSpPr>
        <p:spPr>
          <a:xfrm>
            <a:off x="3872354" y="2865321"/>
            <a:ext cx="1767840" cy="2179320"/>
          </a:xfrm>
          <a:prstGeom prst="rect">
            <a:avLst/>
          </a:prstGeom>
          <a:solidFill>
            <a:schemeClr val="bg1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kern="100" dirty="0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 = (S AND T) AND</a:t>
            </a:r>
            <a:endParaRPr lang="en-US" sz="12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kern="100" dirty="0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NOT R</a:t>
            </a:r>
            <a:endParaRPr lang="en-US" sz="12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Text Box 1">
            <a:extLst>
              <a:ext uri="{FF2B5EF4-FFF2-40B4-BE49-F238E27FC236}">
                <a16:creationId xmlns:a16="http://schemas.microsoft.com/office/drawing/2014/main" id="{CAE90439-C08C-7317-E0F0-EEEF486F5FF8}"/>
              </a:ext>
            </a:extLst>
          </p:cNvPr>
          <p:cNvSpPr txBox="1"/>
          <p:nvPr/>
        </p:nvSpPr>
        <p:spPr>
          <a:xfrm>
            <a:off x="3835598" y="2333476"/>
            <a:ext cx="1771015" cy="678180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200" b="1" kern="100" spc="50" dirty="0">
                <a:ln>
                  <a:noFill/>
                </a:ln>
                <a:solidFill>
                  <a:srgbClr val="C00000"/>
                </a:solidFill>
                <a:effectLst>
                  <a:outerShdw blurRad="63500" dist="50800" dir="13500000" sx="0" sy="0">
                    <a:srgbClr val="000000">
                      <a:alpha val="50000"/>
                    </a:srgbClr>
                  </a:outerShdw>
                </a:effectLst>
                <a:latin typeface="Amasis MT Pro Black" panose="02040A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EVACUATE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18A74C2-027A-369D-1688-A86D430A2283}"/>
              </a:ext>
            </a:extLst>
          </p:cNvPr>
          <p:cNvSpPr/>
          <p:nvPr/>
        </p:nvSpPr>
        <p:spPr>
          <a:xfrm>
            <a:off x="7694036" y="2696158"/>
            <a:ext cx="368081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50" dirty="0">
                <a:ln w="0"/>
                <a:solidFill>
                  <a:schemeClr val="accent1">
                    <a:lumMod val="5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Britannic Bold" panose="020B0903060703020204" pitchFamily="34" charset="0"/>
              </a:rPr>
              <a:t>Logic Gate </a:t>
            </a:r>
          </a:p>
        </p:txBody>
      </p:sp>
    </p:spTree>
    <p:extLst>
      <p:ext uri="{BB962C8B-B14F-4D97-AF65-F5344CB8AC3E}">
        <p14:creationId xmlns:p14="http://schemas.microsoft.com/office/powerpoint/2010/main" val="3638111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1">
            <a:extLst>
              <a:ext uri="{FF2B5EF4-FFF2-40B4-BE49-F238E27FC236}">
                <a16:creationId xmlns:a16="http://schemas.microsoft.com/office/drawing/2014/main" id="{FDEB0151-7BF1-0909-FD3C-2705ED431D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13453" y="401963"/>
            <a:ext cx="8965094" cy="1000988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4400" b="1" kern="100" spc="50" dirty="0">
                <a:ln>
                  <a:noFill/>
                </a:ln>
                <a:effectLst>
                  <a:outerShdw blurRad="63500" dist="50800" dir="13500000" sx="0" sy="0">
                    <a:srgbClr val="000000">
                      <a:alpha val="50000"/>
                    </a:srgbClr>
                  </a:outerShdw>
                </a:effectLst>
                <a:latin typeface="Amasis MT Pro Black" panose="02040A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Truth Table</a:t>
            </a:r>
            <a:endParaRPr lang="en-US" sz="4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1930E77-A304-BB10-A1FE-07F35E984A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884296"/>
              </p:ext>
            </p:extLst>
          </p:nvPr>
        </p:nvGraphicFramePr>
        <p:xfrm>
          <a:off x="1314704" y="2180637"/>
          <a:ext cx="9831422" cy="3774906"/>
        </p:xfrm>
        <a:graphic>
          <a:graphicData uri="http://schemas.openxmlformats.org/drawingml/2006/table">
            <a:tbl>
              <a:tblPr firstRow="1" firstCol="1" bandRow="1">
                <a:tableStyleId>{3C2FFA5D-87B4-456A-9821-1D502468CF0F}</a:tableStyleId>
              </a:tblPr>
              <a:tblGrid>
                <a:gridCol w="1637843">
                  <a:extLst>
                    <a:ext uri="{9D8B030D-6E8A-4147-A177-3AD203B41FA5}">
                      <a16:colId xmlns:a16="http://schemas.microsoft.com/office/drawing/2014/main" val="3071554273"/>
                    </a:ext>
                  </a:extLst>
                </a:gridCol>
                <a:gridCol w="1637843">
                  <a:extLst>
                    <a:ext uri="{9D8B030D-6E8A-4147-A177-3AD203B41FA5}">
                      <a16:colId xmlns:a16="http://schemas.microsoft.com/office/drawing/2014/main" val="2193859774"/>
                    </a:ext>
                  </a:extLst>
                </a:gridCol>
                <a:gridCol w="1638934">
                  <a:extLst>
                    <a:ext uri="{9D8B030D-6E8A-4147-A177-3AD203B41FA5}">
                      <a16:colId xmlns:a16="http://schemas.microsoft.com/office/drawing/2014/main" val="1724969486"/>
                    </a:ext>
                  </a:extLst>
                </a:gridCol>
                <a:gridCol w="1638934">
                  <a:extLst>
                    <a:ext uri="{9D8B030D-6E8A-4147-A177-3AD203B41FA5}">
                      <a16:colId xmlns:a16="http://schemas.microsoft.com/office/drawing/2014/main" val="947848502"/>
                    </a:ext>
                  </a:extLst>
                </a:gridCol>
                <a:gridCol w="1638934">
                  <a:extLst>
                    <a:ext uri="{9D8B030D-6E8A-4147-A177-3AD203B41FA5}">
                      <a16:colId xmlns:a16="http://schemas.microsoft.com/office/drawing/2014/main" val="3237012745"/>
                    </a:ext>
                  </a:extLst>
                </a:gridCol>
                <a:gridCol w="1638934">
                  <a:extLst>
                    <a:ext uri="{9D8B030D-6E8A-4147-A177-3AD203B41FA5}">
                      <a16:colId xmlns:a16="http://schemas.microsoft.com/office/drawing/2014/main" val="2564232956"/>
                    </a:ext>
                  </a:extLst>
                </a:gridCol>
              </a:tblGrid>
              <a:tr h="41943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Aptos Slab ExtraBold" panose="020B0004020202020204" pitchFamily="34" charset="0"/>
                        </a:rPr>
                        <a:t>S</a:t>
                      </a:r>
                      <a:endParaRPr lang="en-US" sz="1600" kern="100" dirty="0">
                        <a:effectLst/>
                        <a:latin typeface="Aptos Slab ExtraBold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Aptos Slab ExtraBold" panose="020B0004020202020204" pitchFamily="34" charset="0"/>
                        </a:rPr>
                        <a:t>T</a:t>
                      </a:r>
                      <a:endParaRPr lang="en-US" sz="1600" kern="100" dirty="0">
                        <a:effectLst/>
                        <a:latin typeface="Aptos Slab ExtraBold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Aptos Slab ExtraBold" panose="020B0004020202020204" pitchFamily="34" charset="0"/>
                        </a:rPr>
                        <a:t>R</a:t>
                      </a:r>
                      <a:endParaRPr lang="en-US" sz="1600" kern="100" dirty="0">
                        <a:effectLst/>
                        <a:latin typeface="Aptos Slab ExtraBold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Aptos Slab ExtraBold" panose="020B0004020202020204" pitchFamily="34" charset="0"/>
                        </a:rPr>
                        <a:t>W</a:t>
                      </a:r>
                      <a:endParaRPr lang="en-US" sz="1600" kern="100" dirty="0">
                        <a:effectLst/>
                        <a:latin typeface="Aptos Slab ExtraBold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Aptos Slab ExtraBold" panose="020B0004020202020204" pitchFamily="34" charset="0"/>
                        </a:rPr>
                        <a:t>A</a:t>
                      </a:r>
                      <a:endParaRPr lang="en-US" sz="1600" kern="100">
                        <a:effectLst/>
                        <a:latin typeface="Aptos Slab ExtraBold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Aptos Slab ExtraBold" panose="020B0004020202020204" pitchFamily="34" charset="0"/>
                        </a:rPr>
                        <a:t>E</a:t>
                      </a:r>
                      <a:endParaRPr lang="en-US" sz="1600" kern="100">
                        <a:effectLst/>
                        <a:latin typeface="Aptos Slab ExtraBold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14991210"/>
                  </a:ext>
                </a:extLst>
              </a:tr>
              <a:tr h="41943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Aptos Slab ExtraBold" panose="020B0004020202020204" pitchFamily="34" charset="0"/>
                        </a:rPr>
                        <a:t>0</a:t>
                      </a:r>
                      <a:endParaRPr lang="en-US" sz="1600" kern="100">
                        <a:effectLst/>
                        <a:latin typeface="Aptos Slab ExtraBold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Aptos Slab ExtraBold" panose="020B0004020202020204" pitchFamily="34" charset="0"/>
                        </a:rPr>
                        <a:t>0</a:t>
                      </a:r>
                      <a:endParaRPr lang="en-US" sz="1600" kern="100">
                        <a:effectLst/>
                        <a:latin typeface="Aptos Slab ExtraBold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Aptos Slab ExtraBold" panose="020B0004020202020204" pitchFamily="34" charset="0"/>
                        </a:rPr>
                        <a:t>0</a:t>
                      </a:r>
                      <a:endParaRPr lang="en-US" sz="1600" kern="100" dirty="0">
                        <a:effectLst/>
                        <a:latin typeface="Aptos Slab ExtraBold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Aptos Slab ExtraBold" panose="020B0004020202020204" pitchFamily="34" charset="0"/>
                        </a:rPr>
                        <a:t>0</a:t>
                      </a:r>
                      <a:endParaRPr lang="en-US" sz="1600" kern="100">
                        <a:effectLst/>
                        <a:latin typeface="Aptos Slab ExtraBold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Aptos Slab ExtraBold" panose="020B0004020202020204" pitchFamily="34" charset="0"/>
                        </a:rPr>
                        <a:t>0</a:t>
                      </a:r>
                      <a:endParaRPr lang="en-US" sz="1600" kern="100" dirty="0">
                        <a:effectLst/>
                        <a:latin typeface="Aptos Slab ExtraBold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Aptos Slab ExtraBold" panose="020B0004020202020204" pitchFamily="34" charset="0"/>
                        </a:rPr>
                        <a:t>0</a:t>
                      </a:r>
                      <a:endParaRPr lang="en-US" sz="1600" kern="100">
                        <a:effectLst/>
                        <a:latin typeface="Aptos Slab ExtraBold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68278682"/>
                  </a:ext>
                </a:extLst>
              </a:tr>
              <a:tr h="41943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Aptos Slab ExtraBold" panose="020B0004020202020204" pitchFamily="34" charset="0"/>
                        </a:rPr>
                        <a:t>0</a:t>
                      </a:r>
                      <a:endParaRPr lang="en-US" sz="1600" kern="100" dirty="0">
                        <a:effectLst/>
                        <a:latin typeface="Aptos Slab ExtraBold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Aptos Slab ExtraBold" panose="020B0004020202020204" pitchFamily="34" charset="0"/>
                        </a:rPr>
                        <a:t>0</a:t>
                      </a:r>
                      <a:endParaRPr lang="en-US" sz="1600" kern="100">
                        <a:effectLst/>
                        <a:latin typeface="Aptos Slab ExtraBold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Aptos Slab ExtraBold" panose="020B0004020202020204" pitchFamily="34" charset="0"/>
                        </a:rPr>
                        <a:t>1</a:t>
                      </a:r>
                      <a:endParaRPr lang="en-US" sz="1600" kern="100">
                        <a:effectLst/>
                        <a:latin typeface="Aptos Slab ExtraBold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Aptos Slab ExtraBold" panose="020B0004020202020204" pitchFamily="34" charset="0"/>
                        </a:rPr>
                        <a:t>0</a:t>
                      </a:r>
                      <a:endParaRPr lang="en-US" sz="1600" kern="100">
                        <a:effectLst/>
                        <a:latin typeface="Aptos Slab ExtraBold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Aptos Slab ExtraBold" panose="020B0004020202020204" pitchFamily="34" charset="0"/>
                        </a:rPr>
                        <a:t>0</a:t>
                      </a:r>
                      <a:endParaRPr lang="en-US" sz="1600" kern="100" dirty="0">
                        <a:effectLst/>
                        <a:latin typeface="Aptos Slab ExtraBold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Aptos Slab ExtraBold" panose="020B0004020202020204" pitchFamily="34" charset="0"/>
                        </a:rPr>
                        <a:t>0</a:t>
                      </a:r>
                      <a:endParaRPr lang="en-US" sz="1600" kern="100">
                        <a:effectLst/>
                        <a:latin typeface="Aptos Slab ExtraBold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87670241"/>
                  </a:ext>
                </a:extLst>
              </a:tr>
              <a:tr h="41943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Aptos Slab ExtraBold" panose="020B0004020202020204" pitchFamily="34" charset="0"/>
                        </a:rPr>
                        <a:t>0</a:t>
                      </a:r>
                      <a:endParaRPr lang="en-US" sz="1600" kern="100">
                        <a:effectLst/>
                        <a:latin typeface="Aptos Slab ExtraBold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Aptos Slab ExtraBold" panose="020B0004020202020204" pitchFamily="34" charset="0"/>
                        </a:rPr>
                        <a:t>1</a:t>
                      </a:r>
                      <a:endParaRPr lang="en-US" sz="1600" kern="100">
                        <a:effectLst/>
                        <a:latin typeface="Aptos Slab ExtraBold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Aptos Slab ExtraBold" panose="020B0004020202020204" pitchFamily="34" charset="0"/>
                        </a:rPr>
                        <a:t>0</a:t>
                      </a:r>
                      <a:endParaRPr lang="en-US" sz="1600" kern="100">
                        <a:effectLst/>
                        <a:latin typeface="Aptos Slab ExtraBold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Aptos Slab ExtraBold" panose="020B0004020202020204" pitchFamily="34" charset="0"/>
                        </a:rPr>
                        <a:t>1</a:t>
                      </a:r>
                      <a:endParaRPr lang="en-US" sz="1600" kern="100">
                        <a:effectLst/>
                        <a:latin typeface="Aptos Slab ExtraBold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Aptos Slab ExtraBold" panose="020B0004020202020204" pitchFamily="34" charset="0"/>
                        </a:rPr>
                        <a:t>0</a:t>
                      </a:r>
                      <a:endParaRPr lang="en-US" sz="1600" kern="100" dirty="0">
                        <a:effectLst/>
                        <a:latin typeface="Aptos Slab ExtraBold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Aptos Slab ExtraBold" panose="020B0004020202020204" pitchFamily="34" charset="0"/>
                        </a:rPr>
                        <a:t>0</a:t>
                      </a:r>
                      <a:endParaRPr lang="en-US" sz="1600" kern="100">
                        <a:effectLst/>
                        <a:latin typeface="Aptos Slab ExtraBold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37181623"/>
                  </a:ext>
                </a:extLst>
              </a:tr>
              <a:tr h="41943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Aptos Slab ExtraBold" panose="020B0004020202020204" pitchFamily="34" charset="0"/>
                        </a:rPr>
                        <a:t>0</a:t>
                      </a:r>
                      <a:endParaRPr lang="en-US" sz="1600" kern="100">
                        <a:effectLst/>
                        <a:latin typeface="Aptos Slab ExtraBold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Aptos Slab ExtraBold" panose="020B0004020202020204" pitchFamily="34" charset="0"/>
                        </a:rPr>
                        <a:t>1</a:t>
                      </a:r>
                      <a:endParaRPr lang="en-US" sz="1600" kern="100">
                        <a:effectLst/>
                        <a:latin typeface="Aptos Slab ExtraBold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Aptos Slab ExtraBold" panose="020B0004020202020204" pitchFamily="34" charset="0"/>
                        </a:rPr>
                        <a:t>1</a:t>
                      </a:r>
                      <a:endParaRPr lang="en-US" sz="1600" kern="100">
                        <a:effectLst/>
                        <a:latin typeface="Aptos Slab ExtraBold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Aptos Slab ExtraBold" panose="020B0004020202020204" pitchFamily="34" charset="0"/>
                        </a:rPr>
                        <a:t>1</a:t>
                      </a:r>
                      <a:endParaRPr lang="en-US" sz="1600" kern="100">
                        <a:effectLst/>
                        <a:latin typeface="Aptos Slab ExtraBold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Aptos Slab ExtraBold" panose="020B0004020202020204" pitchFamily="34" charset="0"/>
                        </a:rPr>
                        <a:t>0</a:t>
                      </a:r>
                      <a:endParaRPr lang="en-US" sz="1600" kern="100" dirty="0">
                        <a:effectLst/>
                        <a:latin typeface="Aptos Slab ExtraBold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Aptos Slab ExtraBold" panose="020B0004020202020204" pitchFamily="34" charset="0"/>
                        </a:rPr>
                        <a:t>0</a:t>
                      </a:r>
                      <a:endParaRPr lang="en-US" sz="1600" kern="100" dirty="0">
                        <a:effectLst/>
                        <a:latin typeface="Aptos Slab ExtraBold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63991115"/>
                  </a:ext>
                </a:extLst>
              </a:tr>
              <a:tr h="41943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Aptos Slab ExtraBold" panose="020B0004020202020204" pitchFamily="34" charset="0"/>
                        </a:rPr>
                        <a:t>1</a:t>
                      </a:r>
                      <a:endParaRPr lang="en-US" sz="1600" kern="100">
                        <a:effectLst/>
                        <a:latin typeface="Aptos Slab ExtraBold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Aptos Slab ExtraBold" panose="020B0004020202020204" pitchFamily="34" charset="0"/>
                        </a:rPr>
                        <a:t>0</a:t>
                      </a:r>
                      <a:endParaRPr lang="en-US" sz="1600" kern="100">
                        <a:effectLst/>
                        <a:latin typeface="Aptos Slab ExtraBold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Aptos Slab ExtraBold" panose="020B0004020202020204" pitchFamily="34" charset="0"/>
                        </a:rPr>
                        <a:t>0</a:t>
                      </a:r>
                      <a:endParaRPr lang="en-US" sz="1600" kern="100">
                        <a:effectLst/>
                        <a:latin typeface="Aptos Slab ExtraBold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Aptos Slab ExtraBold" panose="020B0004020202020204" pitchFamily="34" charset="0"/>
                        </a:rPr>
                        <a:t>1</a:t>
                      </a:r>
                      <a:endParaRPr lang="en-US" sz="1600" kern="100">
                        <a:effectLst/>
                        <a:latin typeface="Aptos Slab ExtraBold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Aptos Slab ExtraBold" panose="020B0004020202020204" pitchFamily="34" charset="0"/>
                        </a:rPr>
                        <a:t>0</a:t>
                      </a:r>
                      <a:endParaRPr lang="en-US" sz="1600" kern="100">
                        <a:effectLst/>
                        <a:latin typeface="Aptos Slab ExtraBold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Aptos Slab ExtraBold" panose="020B0004020202020204" pitchFamily="34" charset="0"/>
                        </a:rPr>
                        <a:t>0</a:t>
                      </a:r>
                      <a:endParaRPr lang="en-US" sz="1600" kern="100" dirty="0">
                        <a:effectLst/>
                        <a:latin typeface="Aptos Slab ExtraBold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09834057"/>
                  </a:ext>
                </a:extLst>
              </a:tr>
              <a:tr h="41943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Aptos Slab ExtraBold" panose="020B0004020202020204" pitchFamily="34" charset="0"/>
                        </a:rPr>
                        <a:t>1</a:t>
                      </a:r>
                      <a:endParaRPr lang="en-US" sz="1600" kern="100">
                        <a:effectLst/>
                        <a:latin typeface="Aptos Slab ExtraBold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Aptos Slab ExtraBold" panose="020B0004020202020204" pitchFamily="34" charset="0"/>
                        </a:rPr>
                        <a:t>0</a:t>
                      </a:r>
                      <a:endParaRPr lang="en-US" sz="1600" kern="100">
                        <a:effectLst/>
                        <a:latin typeface="Aptos Slab ExtraBold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Aptos Slab ExtraBold" panose="020B0004020202020204" pitchFamily="34" charset="0"/>
                        </a:rPr>
                        <a:t>1</a:t>
                      </a:r>
                      <a:endParaRPr lang="en-US" sz="1600" kern="100">
                        <a:effectLst/>
                        <a:latin typeface="Aptos Slab ExtraBold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Aptos Slab ExtraBold" panose="020B0004020202020204" pitchFamily="34" charset="0"/>
                        </a:rPr>
                        <a:t>1</a:t>
                      </a:r>
                      <a:endParaRPr lang="en-US" sz="1600" kern="100">
                        <a:effectLst/>
                        <a:latin typeface="Aptos Slab ExtraBold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Aptos Slab ExtraBold" panose="020B0004020202020204" pitchFamily="34" charset="0"/>
                        </a:rPr>
                        <a:t>0</a:t>
                      </a:r>
                      <a:endParaRPr lang="en-US" sz="1600" kern="100">
                        <a:effectLst/>
                        <a:latin typeface="Aptos Slab ExtraBold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Aptos Slab ExtraBold" panose="020B0004020202020204" pitchFamily="34" charset="0"/>
                        </a:rPr>
                        <a:t>0</a:t>
                      </a:r>
                      <a:endParaRPr lang="en-US" sz="1600" kern="100" dirty="0">
                        <a:effectLst/>
                        <a:latin typeface="Aptos Slab ExtraBold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0674985"/>
                  </a:ext>
                </a:extLst>
              </a:tr>
              <a:tr h="41943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Aptos Slab ExtraBold" panose="020B0004020202020204" pitchFamily="34" charset="0"/>
                        </a:rPr>
                        <a:t>1</a:t>
                      </a:r>
                      <a:endParaRPr lang="en-US" sz="1600" kern="100">
                        <a:effectLst/>
                        <a:latin typeface="Aptos Slab ExtraBold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Aptos Slab ExtraBold" panose="020B0004020202020204" pitchFamily="34" charset="0"/>
                        </a:rPr>
                        <a:t>1</a:t>
                      </a:r>
                      <a:endParaRPr lang="en-US" sz="1600" kern="100">
                        <a:effectLst/>
                        <a:latin typeface="Aptos Slab ExtraBold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Aptos Slab ExtraBold" panose="020B0004020202020204" pitchFamily="34" charset="0"/>
                        </a:rPr>
                        <a:t>0</a:t>
                      </a:r>
                      <a:endParaRPr lang="en-US" sz="1600" kern="100">
                        <a:effectLst/>
                        <a:latin typeface="Aptos Slab ExtraBold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Aptos Slab ExtraBold" panose="020B0004020202020204" pitchFamily="34" charset="0"/>
                        </a:rPr>
                        <a:t>1</a:t>
                      </a:r>
                      <a:endParaRPr lang="en-US" sz="1600" kern="100">
                        <a:effectLst/>
                        <a:latin typeface="Aptos Slab ExtraBold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Aptos Slab ExtraBold" panose="020B0004020202020204" pitchFamily="34" charset="0"/>
                        </a:rPr>
                        <a:t>1</a:t>
                      </a:r>
                      <a:endParaRPr lang="en-US" sz="1600" kern="100">
                        <a:effectLst/>
                        <a:latin typeface="Aptos Slab ExtraBold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Aptos Slab ExtraBold" panose="020B0004020202020204" pitchFamily="34" charset="0"/>
                        </a:rPr>
                        <a:t>1</a:t>
                      </a:r>
                      <a:endParaRPr lang="en-US" sz="1600" kern="100" dirty="0">
                        <a:effectLst/>
                        <a:latin typeface="Aptos Slab ExtraBold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1655190"/>
                  </a:ext>
                </a:extLst>
              </a:tr>
              <a:tr h="41943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Aptos Slab ExtraBold" panose="020B0004020202020204" pitchFamily="34" charset="0"/>
                        </a:rPr>
                        <a:t>1</a:t>
                      </a:r>
                      <a:endParaRPr lang="en-US" sz="1600" kern="100">
                        <a:effectLst/>
                        <a:latin typeface="Aptos Slab ExtraBold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Aptos Slab ExtraBold" panose="020B0004020202020204" pitchFamily="34" charset="0"/>
                        </a:rPr>
                        <a:t>1</a:t>
                      </a:r>
                      <a:endParaRPr lang="en-US" sz="1600" kern="100">
                        <a:effectLst/>
                        <a:latin typeface="Aptos Slab ExtraBold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Aptos Slab ExtraBold" panose="020B0004020202020204" pitchFamily="34" charset="0"/>
                        </a:rPr>
                        <a:t>1</a:t>
                      </a:r>
                      <a:endParaRPr lang="en-US" sz="1600" kern="100">
                        <a:effectLst/>
                        <a:latin typeface="Aptos Slab ExtraBold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Aptos Slab ExtraBold" panose="020B0004020202020204" pitchFamily="34" charset="0"/>
                        </a:rPr>
                        <a:t>1</a:t>
                      </a:r>
                      <a:endParaRPr lang="en-US" sz="1600" kern="100">
                        <a:effectLst/>
                        <a:latin typeface="Aptos Slab ExtraBold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Aptos Slab ExtraBold" panose="020B0004020202020204" pitchFamily="34" charset="0"/>
                        </a:rPr>
                        <a:t>1</a:t>
                      </a:r>
                      <a:endParaRPr lang="en-US" sz="1600" kern="100">
                        <a:effectLst/>
                        <a:latin typeface="Aptos Slab ExtraBold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Aptos Slab ExtraBold" panose="020B0004020202020204" pitchFamily="34" charset="0"/>
                        </a:rPr>
                        <a:t>0</a:t>
                      </a:r>
                      <a:endParaRPr lang="en-US" sz="1600" kern="100" dirty="0">
                        <a:effectLst/>
                        <a:latin typeface="Aptos Slab ExtraBold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91133975"/>
                  </a:ext>
                </a:extLst>
              </a:tr>
            </a:tbl>
          </a:graphicData>
        </a:graphic>
      </p:graphicFrame>
      <p:sp>
        <p:nvSpPr>
          <p:cNvPr id="13" name="Text Box 1">
            <a:extLst>
              <a:ext uri="{FF2B5EF4-FFF2-40B4-BE49-F238E27FC236}">
                <a16:creationId xmlns:a16="http://schemas.microsoft.com/office/drawing/2014/main" id="{C0DC4272-C3E3-4AC1-E6AB-57E1E9998256}"/>
              </a:ext>
            </a:extLst>
          </p:cNvPr>
          <p:cNvSpPr txBox="1"/>
          <p:nvPr/>
        </p:nvSpPr>
        <p:spPr>
          <a:xfrm>
            <a:off x="3791902" y="1502457"/>
            <a:ext cx="4608195" cy="678180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800" b="1" kern="100" spc="50" dirty="0">
                <a:ln>
                  <a:noFill/>
                </a:ln>
                <a:solidFill>
                  <a:srgbClr val="FFFF00"/>
                </a:solidFill>
                <a:effectLst>
                  <a:outerShdw blurRad="63500" dist="50800" dir="13500000" sx="0" sy="0">
                    <a:srgbClr val="000000">
                      <a:alpha val="50000"/>
                    </a:srgbClr>
                  </a:outerShdw>
                </a:effectLst>
                <a:latin typeface="Amasis MT Pro Black" panose="02040A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 = OR     A = AND   E = ( AND + NOT R )</a:t>
            </a:r>
            <a:endParaRPr lang="en-US" sz="2800" kern="100" dirty="0">
              <a:solidFill>
                <a:srgbClr val="FFFF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3949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9D86D-50E7-8E61-2611-FDC727B8E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1">
            <a:extLst>
              <a:ext uri="{FF2B5EF4-FFF2-40B4-BE49-F238E27FC236}">
                <a16:creationId xmlns:a16="http://schemas.microsoft.com/office/drawing/2014/main" id="{A16A3131-61C3-5991-CD5E-7C837A1800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743041" y="359975"/>
            <a:ext cx="8965094" cy="1000988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dirty="0">
                <a:effectLst>
                  <a:outerShdw blurRad="63500" dist="50800" dir="13500000" sx="0" sy="0">
                    <a:srgbClr val="000000">
                      <a:alpha val="50000"/>
                    </a:srgbClr>
                  </a:outerShdw>
                </a:effectLst>
                <a:latin typeface="Berlin Sans FB Demi" panose="020E0802020502020306" pitchFamily="34" charset="0"/>
              </a:rPr>
              <a:t>Logic Gates Diagram</a:t>
            </a:r>
            <a:endParaRPr lang="en-US" dirty="0">
              <a:latin typeface="Berlin Sans FB Demi" panose="020E0802020502020306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4C90FBC-F8D1-717A-B27B-E3139AAAC4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8745" y="1474237"/>
            <a:ext cx="7918454" cy="5167260"/>
          </a:xfrm>
          <a:prstGeom prst="rect">
            <a:avLst/>
          </a:prstGeom>
        </p:spPr>
      </p:pic>
      <p:sp>
        <p:nvSpPr>
          <p:cNvPr id="3" name="Text Box 1">
            <a:extLst>
              <a:ext uri="{FF2B5EF4-FFF2-40B4-BE49-F238E27FC236}">
                <a16:creationId xmlns:a16="http://schemas.microsoft.com/office/drawing/2014/main" id="{9C40A6E4-D2B9-8221-4399-1E08D19E08DC}"/>
              </a:ext>
            </a:extLst>
          </p:cNvPr>
          <p:cNvSpPr txBox="1">
            <a:spLocks/>
          </p:cNvSpPr>
          <p:nvPr/>
        </p:nvSpPr>
        <p:spPr>
          <a:xfrm>
            <a:off x="-5273706" y="6141003"/>
            <a:ext cx="8965094" cy="1000988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r" defTabSz="914400" rtl="0" eaLnBrk="1" latinLnBrk="0" hangingPunct="1">
              <a:lnSpc>
                <a:spcPts val="4800"/>
              </a:lnSpc>
              <a:spcBef>
                <a:spcPct val="0"/>
              </a:spcBef>
              <a:buNone/>
              <a:defRPr sz="4800" b="1" kern="1200" cap="all" spc="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effectLst>
                  <a:outerShdw blurRad="63500" dist="50800" dir="13500000" sx="0" sy="0">
                    <a:srgbClr val="000000">
                      <a:alpha val="50000"/>
                    </a:srgbClr>
                  </a:outerShdw>
                </a:effectLst>
                <a:latin typeface="Aptos Slab SemiBold" panose="020B0004020202020204" pitchFamily="34" charset="0"/>
              </a:rPr>
              <a:t>LOGIC.LY</a:t>
            </a:r>
            <a:endParaRPr lang="en-US" dirty="0">
              <a:latin typeface="Aptos Slab SemiBold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18815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EBE4-4883-43D7-8A50-B395E4634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1">
            <a:extLst>
              <a:ext uri="{FF2B5EF4-FFF2-40B4-BE49-F238E27FC236}">
                <a16:creationId xmlns:a16="http://schemas.microsoft.com/office/drawing/2014/main" id="{48BB04BE-8A92-1C42-4B45-D80F77A733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91356" y="247262"/>
            <a:ext cx="6748963" cy="894669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4800" b="1" kern="100" spc="50" dirty="0">
                <a:ln>
                  <a:noFill/>
                </a:ln>
                <a:solidFill>
                  <a:srgbClr val="78206E"/>
                </a:solidFill>
                <a:effectLst>
                  <a:outerShdw blurRad="63500" dist="50800" dir="13500000" sx="0" sy="0">
                    <a:srgbClr val="000000">
                      <a:alpha val="50000"/>
                    </a:srgbClr>
                  </a:outerShdw>
                </a:effectLst>
                <a:latin typeface="Amasis MT Pro Black" panose="02040A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TINKERCAD Design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DDCE50-C735-3A55-A039-A7AD8483C6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7211" y="1141931"/>
            <a:ext cx="7737255" cy="491830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314A840-1E9F-2B66-CB29-E07421913118}"/>
              </a:ext>
            </a:extLst>
          </p:cNvPr>
          <p:cNvSpPr/>
          <p:nvPr/>
        </p:nvSpPr>
        <p:spPr>
          <a:xfrm>
            <a:off x="1309395" y="6074237"/>
            <a:ext cx="9573209" cy="667134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masis MT Pro Medium" panose="02040604050005020304" pitchFamily="18" charset="0"/>
              </a:rPr>
              <a:t>https://www.tinkercad.com/things/4fJy21QMP8D/editel?returnTo=%2Fdashboard&amp;sharecode=hoFBjsEa2PsuOEFNwhZwsNTVHu7_IZqmhv1quBh3Kqw</a:t>
            </a:r>
          </a:p>
        </p:txBody>
      </p:sp>
    </p:spTree>
    <p:extLst>
      <p:ext uri="{BB962C8B-B14F-4D97-AF65-F5344CB8AC3E}">
        <p14:creationId xmlns:p14="http://schemas.microsoft.com/office/powerpoint/2010/main" val="2301487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D3549-0A44-C447-F432-FD45FFA96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1">
            <a:extLst>
              <a:ext uri="{FF2B5EF4-FFF2-40B4-BE49-F238E27FC236}">
                <a16:creationId xmlns:a16="http://schemas.microsoft.com/office/drawing/2014/main" id="{E868CD4A-7898-884B-8AD2-456CF31926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3171791" y="217100"/>
            <a:ext cx="8965094" cy="1000988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dirty="0">
                <a:latin typeface="Aptos Slab ExtraBold" panose="020B0004020202020204" pitchFamily="34" charset="0"/>
              </a:rPr>
              <a:t>SCHEMATIC VIEW</a:t>
            </a:r>
          </a:p>
        </p:txBody>
      </p:sp>
      <p:sp>
        <p:nvSpPr>
          <p:cNvPr id="4" name="Text Box 1">
            <a:extLst>
              <a:ext uri="{FF2B5EF4-FFF2-40B4-BE49-F238E27FC236}">
                <a16:creationId xmlns:a16="http://schemas.microsoft.com/office/drawing/2014/main" id="{0A69BBC4-C0B7-226F-B094-9741F5326C8D}"/>
              </a:ext>
            </a:extLst>
          </p:cNvPr>
          <p:cNvSpPr txBox="1">
            <a:spLocks/>
          </p:cNvSpPr>
          <p:nvPr/>
        </p:nvSpPr>
        <p:spPr>
          <a:xfrm>
            <a:off x="-4562475" y="6273686"/>
            <a:ext cx="8965094" cy="1000988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r" defTabSz="914400" rtl="0" eaLnBrk="1" latinLnBrk="0" hangingPunct="1">
              <a:lnSpc>
                <a:spcPts val="4800"/>
              </a:lnSpc>
              <a:spcBef>
                <a:spcPct val="0"/>
              </a:spcBef>
              <a:buNone/>
              <a:defRPr sz="4800" b="1" kern="1200" cap="all" spc="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latin typeface="Aptos Slab ExtraBold" panose="020B0004020202020204" pitchFamily="34" charset="0"/>
              </a:rPr>
              <a:t>TINKERCAD.COM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09530E-F589-818B-DF7D-BE18F6D53C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3899" y="878987"/>
            <a:ext cx="7454429" cy="5761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1210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B8847-B6CF-9BFA-2B18-7755BE83C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1">
            <a:extLst>
              <a:ext uri="{FF2B5EF4-FFF2-40B4-BE49-F238E27FC236}">
                <a16:creationId xmlns:a16="http://schemas.microsoft.com/office/drawing/2014/main" id="{AB014EC9-24D9-5938-F151-CB2A94E6E0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819241" y="1475263"/>
            <a:ext cx="8965094" cy="1000988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8000" dirty="0">
                <a:latin typeface="Aptos Slab ExtraBold" panose="020B0004020202020204" pitchFamily="34" charset="0"/>
              </a:rPr>
              <a:t>C++</a:t>
            </a:r>
          </a:p>
        </p:txBody>
      </p:sp>
      <p:sp>
        <p:nvSpPr>
          <p:cNvPr id="4" name="Text Box 1">
            <a:extLst>
              <a:ext uri="{FF2B5EF4-FFF2-40B4-BE49-F238E27FC236}">
                <a16:creationId xmlns:a16="http://schemas.microsoft.com/office/drawing/2014/main" id="{FC110347-5791-1BFE-F907-1B487701C83F}"/>
              </a:ext>
            </a:extLst>
          </p:cNvPr>
          <p:cNvSpPr txBox="1">
            <a:spLocks/>
          </p:cNvSpPr>
          <p:nvPr/>
        </p:nvSpPr>
        <p:spPr>
          <a:xfrm>
            <a:off x="-1172281" y="103663"/>
            <a:ext cx="8965094" cy="1000988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r" defTabSz="914400" rtl="0" eaLnBrk="1" latinLnBrk="0" hangingPunct="1">
              <a:lnSpc>
                <a:spcPts val="4800"/>
              </a:lnSpc>
              <a:spcBef>
                <a:spcPct val="0"/>
              </a:spcBef>
              <a:buNone/>
              <a:defRPr sz="4800" b="1" kern="1200" cap="all" spc="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>
                <a:latin typeface="Aptos Slab ExtraBold" panose="020B0004020202020204" pitchFamily="34" charset="0"/>
              </a:rPr>
              <a:t>TINKERCAD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FB24E3-06C2-413B-9B99-B672430E6D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" y="1322863"/>
            <a:ext cx="3893820" cy="51206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0A7A27D-9CF6-4DAE-042A-B7810254E0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8135" y="2694463"/>
            <a:ext cx="3909060" cy="37490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AAAC09A-EB51-7584-F306-FB6AEEE84C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3870" y="1223803"/>
            <a:ext cx="3901440" cy="521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116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445EA-E900-58BE-0C2B-37B843C18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1">
            <a:extLst>
              <a:ext uri="{FF2B5EF4-FFF2-40B4-BE49-F238E27FC236}">
                <a16:creationId xmlns:a16="http://schemas.microsoft.com/office/drawing/2014/main" id="{034F61E5-F5B1-743A-397D-4415C96C8B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58102" y="1570513"/>
            <a:ext cx="8965094" cy="1000988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dirty="0">
                <a:latin typeface="Aptos ExtraBold" panose="020B0004020202020204" pitchFamily="34" charset="0"/>
              </a:rPr>
              <a:t>Serial Monitor View</a:t>
            </a:r>
          </a:p>
        </p:txBody>
      </p:sp>
      <p:sp>
        <p:nvSpPr>
          <p:cNvPr id="4" name="Text Box 1">
            <a:extLst>
              <a:ext uri="{FF2B5EF4-FFF2-40B4-BE49-F238E27FC236}">
                <a16:creationId xmlns:a16="http://schemas.microsoft.com/office/drawing/2014/main" id="{563613C5-7EA4-6366-DCF5-2B86C446F441}"/>
              </a:ext>
            </a:extLst>
          </p:cNvPr>
          <p:cNvSpPr txBox="1">
            <a:spLocks/>
          </p:cNvSpPr>
          <p:nvPr/>
        </p:nvSpPr>
        <p:spPr>
          <a:xfrm>
            <a:off x="-4391731" y="474275"/>
            <a:ext cx="8965094" cy="1000988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r" defTabSz="914400" rtl="0" eaLnBrk="1" latinLnBrk="0" hangingPunct="1">
              <a:lnSpc>
                <a:spcPts val="4800"/>
              </a:lnSpc>
              <a:spcBef>
                <a:spcPct val="0"/>
              </a:spcBef>
              <a:buNone/>
              <a:defRPr sz="4800" b="1" kern="1200" cap="all" spc="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>
                <a:solidFill>
                  <a:schemeClr val="bg2">
                    <a:lumMod val="25000"/>
                  </a:schemeClr>
                </a:solidFill>
                <a:latin typeface="Aptos Slab ExtraBold" panose="020B0004020202020204" pitchFamily="34" charset="0"/>
              </a:rPr>
              <a:t>TINKERCAD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11FA04-AFDD-08B7-7937-94ECEF9B63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819" y="2666751"/>
            <a:ext cx="6920827" cy="3933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5094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13288-6F2A-3788-429D-1BBD209AC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F8CC6C4-CE2E-7DF2-469E-A0A489A5A7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74446" y="762963"/>
            <a:ext cx="4663438" cy="2441448"/>
          </a:xfrm>
        </p:spPr>
        <p:txBody>
          <a:bodyPr/>
          <a:lstStyle/>
          <a:p>
            <a:r>
              <a:rPr lang="en-US" dirty="0"/>
              <a:t>Logic Gate </a:t>
            </a:r>
          </a:p>
        </p:txBody>
      </p:sp>
      <p:pic>
        <p:nvPicPr>
          <p:cNvPr id="6" name="Picture Placeholder 21" descr="Mountains under near dusk sky">
            <a:extLst>
              <a:ext uri="{FF2B5EF4-FFF2-40B4-BE49-F238E27FC236}">
                <a16:creationId xmlns:a16="http://schemas.microsoft.com/office/drawing/2014/main" id="{8E54A822-BCA1-A9F8-94D9-24A7A37767F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/>
          <a:srcRect l="22444" r="22444"/>
          <a:stretch/>
        </p:blipFill>
        <p:spPr>
          <a:xfrm>
            <a:off x="6760868" y="315842"/>
            <a:ext cx="5221224" cy="6263640"/>
          </a:xfr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4E54DB10-CC18-AF69-8550-843CB12BB71A}"/>
              </a:ext>
            </a:extLst>
          </p:cNvPr>
          <p:cNvSpPr/>
          <p:nvPr/>
        </p:nvSpPr>
        <p:spPr>
          <a:xfrm>
            <a:off x="6813728" y="2542691"/>
            <a:ext cx="5115504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8000" b="1" cap="none" spc="50" dirty="0">
                <a:ln w="0"/>
                <a:solidFill>
                  <a:schemeClr val="tx2">
                    <a:lumMod val="75000"/>
                    <a:lumOff val="25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Berlin Sans FB Demi" panose="020E0802020502020306" pitchFamily="34" charset="0"/>
              </a:rPr>
              <a:t>Thank you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74EB8E-1EC0-FBB4-106B-BE1C0E705BAD}"/>
              </a:ext>
            </a:extLst>
          </p:cNvPr>
          <p:cNvSpPr/>
          <p:nvPr/>
        </p:nvSpPr>
        <p:spPr>
          <a:xfrm>
            <a:off x="1259862" y="2807962"/>
            <a:ext cx="4626588" cy="107721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50" dirty="0">
                <a:ln w="0"/>
                <a:solidFill>
                  <a:schemeClr val="accent1">
                    <a:lumMod val="5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Amasis MT Pro Medium" panose="02040604050005020304" pitchFamily="18" charset="0"/>
              </a:rPr>
              <a:t>I hope you understand </a:t>
            </a:r>
          </a:p>
          <a:p>
            <a:pPr algn="ctr"/>
            <a:r>
              <a:rPr lang="en-US" sz="3200" b="1" cap="none" spc="50" dirty="0">
                <a:ln w="0"/>
                <a:solidFill>
                  <a:schemeClr val="accent1">
                    <a:lumMod val="5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Amasis MT Pro Medium" panose="02040604050005020304" pitchFamily="18" charset="0"/>
              </a:rPr>
              <a:t>everything clearly.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B60B3D-B149-30C0-3160-F423D04A2F36}"/>
              </a:ext>
            </a:extLst>
          </p:cNvPr>
          <p:cNvSpPr/>
          <p:nvPr/>
        </p:nvSpPr>
        <p:spPr>
          <a:xfrm>
            <a:off x="6974446" y="5994707"/>
            <a:ext cx="4850880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Amasis MT Pro Medium" panose="02040604050005020304" pitchFamily="18" charset="0"/>
              </a:rPr>
              <a:t>V Priyangan -  25197298</a:t>
            </a:r>
          </a:p>
        </p:txBody>
      </p:sp>
    </p:spTree>
    <p:extLst>
      <p:ext uri="{BB962C8B-B14F-4D97-AF65-F5344CB8AC3E}">
        <p14:creationId xmlns:p14="http://schemas.microsoft.com/office/powerpoint/2010/main" val="39386313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B87A4AA-F09E-B7B8-062A-68E28898A3F4}"/>
              </a:ext>
            </a:extLst>
          </p:cNvPr>
          <p:cNvSpPr txBox="1"/>
          <p:nvPr/>
        </p:nvSpPr>
        <p:spPr>
          <a:xfrm>
            <a:off x="753448" y="372612"/>
            <a:ext cx="6097554" cy="5270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050" b="0" i="0" u="none" strike="noStrike" baseline="0" dirty="0">
              <a:solidFill>
                <a:srgbClr val="000000"/>
              </a:solidFill>
              <a:latin typeface="Minion Pro"/>
            </a:endParaRPr>
          </a:p>
          <a:p>
            <a:r>
              <a:rPr lang="en-US" sz="2800" b="1" i="0" u="none" strike="noStrike" baseline="0" dirty="0">
                <a:latin typeface="Minion Pro"/>
              </a:rPr>
              <a:t>References for Smoke and Fire Alarm System Project </a:t>
            </a:r>
          </a:p>
          <a:p>
            <a:pPr marL="342900" indent="-342900">
              <a:buAutoNum type="arabicPeriod"/>
            </a:pPr>
            <a:r>
              <a:rPr lang="en-US" sz="1800" b="1" i="0" u="none" strike="noStrike" baseline="0" dirty="0">
                <a:latin typeface="Minion Pro"/>
              </a:rPr>
              <a:t>Journal / Research Papers </a:t>
            </a:r>
            <a:r>
              <a:rPr lang="en-US" sz="1800" b="0" i="0" u="none" strike="noStrike" baseline="0" dirty="0">
                <a:latin typeface="Baskerville Old Face" panose="02020602080505020303" pitchFamily="18" charset="0"/>
              </a:rPr>
              <a:t>1. </a:t>
            </a:r>
            <a:r>
              <a:rPr lang="en-US" sz="1800" b="0" i="0" u="none" strike="noStrike" baseline="0" dirty="0" err="1">
                <a:latin typeface="Baskerville Old Face" panose="02020602080505020303" pitchFamily="18" charset="0"/>
              </a:rPr>
              <a:t>Kunver</a:t>
            </a:r>
            <a:r>
              <a:rPr lang="en-US" sz="1800" b="0" i="0" u="none" strike="noStrike" baseline="0" dirty="0">
                <a:latin typeface="Baskerville Old Face" panose="02020602080505020303" pitchFamily="18" charset="0"/>
              </a:rPr>
              <a:t> Arif Ali et al., “Fire Alarm Systems.” International Journal for Research in Applied Science and Engineering Technology, 2023. </a:t>
            </a:r>
          </a:p>
          <a:p>
            <a:pPr marL="342900" indent="-342900">
              <a:buAutoNum type="arabicPeriod"/>
            </a:pPr>
            <a:endParaRPr lang="en-US" sz="1800" b="0" i="0" u="none" strike="noStrike" baseline="0" dirty="0">
              <a:latin typeface="Baskerville Old Face" panose="02020602080505020303" pitchFamily="18" charset="0"/>
            </a:endParaRPr>
          </a:p>
          <a:p>
            <a:pPr marL="342900" indent="-342900">
              <a:buAutoNum type="arabicPeriod"/>
            </a:pPr>
            <a:r>
              <a:rPr lang="en-US" sz="1800" b="0" i="0" u="none" strike="noStrike" baseline="0" dirty="0">
                <a:latin typeface="Baskerville Old Face" panose="02020602080505020303" pitchFamily="18" charset="0"/>
              </a:rPr>
              <a:t>Promise Elechi, “Design and Implementation of an Improved Smoke Detection System.” European Journal of Electrical Engineering and Computer Science, 2017.</a:t>
            </a:r>
          </a:p>
          <a:p>
            <a:pPr marL="342900" indent="-342900">
              <a:buAutoNum type="arabicPeriod"/>
            </a:pPr>
            <a:r>
              <a:rPr lang="en-US" sz="1800" b="0" i="0" u="none" strike="noStrike" baseline="0" dirty="0">
                <a:latin typeface="Baskerville Old Face" panose="02020602080505020303" pitchFamily="18" charset="0"/>
              </a:rPr>
              <a:t>Mohamad Syafiq Mohamad Adenan et al., “Smart Smoke Detector.” International Journal of Recent Technology and Applied Science, 2021. </a:t>
            </a:r>
          </a:p>
          <a:p>
            <a:pPr marL="342900" indent="-342900">
              <a:buAutoNum type="arabicPeriod"/>
            </a:pPr>
            <a:r>
              <a:rPr lang="en-US" sz="1800" b="0" i="0" u="none" strike="noStrike" baseline="0" dirty="0">
                <a:latin typeface="Baskerville Old Face" panose="02020602080505020303" pitchFamily="18" charset="0"/>
              </a:rPr>
              <a:t>Sreejith S. P., Kuldeep Baban </a:t>
            </a:r>
            <a:r>
              <a:rPr lang="en-US" sz="1800" b="0" i="0" u="none" strike="noStrike" baseline="0" dirty="0" err="1">
                <a:latin typeface="Baskerville Old Face" panose="02020602080505020303" pitchFamily="18" charset="0"/>
              </a:rPr>
              <a:t>Vayadande</a:t>
            </a:r>
            <a:r>
              <a:rPr lang="en-US" sz="1800" b="0" i="0" u="none" strike="noStrike" baseline="0" dirty="0">
                <a:latin typeface="Baskerville Old Face" panose="02020602080505020303" pitchFamily="18" charset="0"/>
              </a:rPr>
              <a:t>, “Advanced Fire Monitoring System.” International Journal of Trend in Scientific Research and Development, 2020. </a:t>
            </a:r>
          </a:p>
          <a:p>
            <a:pPr marL="342900" indent="-342900">
              <a:buAutoNum type="arabicPeriod"/>
            </a:pPr>
            <a:r>
              <a:rPr lang="en-US" sz="1800" b="0" i="0" u="none" strike="noStrike" baseline="0" dirty="0">
                <a:latin typeface="Baskerville Old Face" panose="02020602080505020303" pitchFamily="18" charset="0"/>
              </a:rPr>
              <a:t>Robert S. Allison et al., “Sensors for Fire and Smoke Monitoring.” Sensors Journal, 2021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335748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axy presentation_Win32_SL_V16" id="{36B34AD0-AFC2-468E-8620-6CFD159B149F}" vid="{ACCF8893-1A0E-437D-A612-1659D305EA1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0E87F72-70BF-43BC-A0D4-53665DC1267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FABD9919-8F5A-4B99-83E1-E90FE1DCF2E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88E9556-96EB-43B4-8552-B18E859B657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853</TotalTime>
  <Words>394</Words>
  <Application>Microsoft Office PowerPoint</Application>
  <PresentationFormat>Widescreen</PresentationFormat>
  <Paragraphs>136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9" baseType="lpstr">
      <vt:lpstr>10 Pixel Bold</vt:lpstr>
      <vt:lpstr>Algerian</vt:lpstr>
      <vt:lpstr>Amasis MT Pro Black</vt:lpstr>
      <vt:lpstr>Amasis MT Pro Medium</vt:lpstr>
      <vt:lpstr>Aptos</vt:lpstr>
      <vt:lpstr>Aptos ExtraBold</vt:lpstr>
      <vt:lpstr>Aptos Slab ExtraBold</vt:lpstr>
      <vt:lpstr>Aptos Slab SemiBold</vt:lpstr>
      <vt:lpstr>Arial</vt:lpstr>
      <vt:lpstr>Baskerville Old Face</vt:lpstr>
      <vt:lpstr>Berlin Sans FB Demi</vt:lpstr>
      <vt:lpstr>Britannic Bold</vt:lpstr>
      <vt:lpstr>Calibri</vt:lpstr>
      <vt:lpstr>Cambria</vt:lpstr>
      <vt:lpstr>Minion Pro</vt:lpstr>
      <vt:lpstr>Univers</vt:lpstr>
      <vt:lpstr>GradientVTI</vt:lpstr>
      <vt:lpstr>                Smart  Fire / Smoke               Warning  System</vt:lpstr>
      <vt:lpstr>PowerPoint Presentation</vt:lpstr>
      <vt:lpstr>Logic Concept: </vt:lpstr>
      <vt:lpstr>Logic Gate </vt:lpstr>
      <vt:lpstr>Truth Table</vt:lpstr>
      <vt:lpstr>Logic Gates Diagram</vt:lpstr>
      <vt:lpstr>TINKERCAD Design</vt:lpstr>
      <vt:lpstr>SCHEMATIC VIEW</vt:lpstr>
      <vt:lpstr>C++</vt:lpstr>
      <vt:lpstr>Serial Monitor View</vt:lpstr>
      <vt:lpstr>Logic Gate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Priyangan Vasantharajan</dc:creator>
  <cp:lastModifiedBy>Priyangan Vasantharajan</cp:lastModifiedBy>
  <cp:revision>4</cp:revision>
  <dcterms:created xsi:type="dcterms:W3CDTF">2026-03-09T09:50:32Z</dcterms:created>
  <dcterms:modified xsi:type="dcterms:W3CDTF">2026-03-16T21:36:03Z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